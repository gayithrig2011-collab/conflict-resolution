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353" r:id="rId5"/>
    <p:sldId id="331" r:id="rId6"/>
    <p:sldId id="350" r:id="rId7"/>
    <p:sldId id="345" r:id="rId8"/>
    <p:sldId id="348" r:id="rId9"/>
    <p:sldId id="349" r:id="rId10"/>
    <p:sldId id="351" r:id="rId11"/>
    <p:sldId id="357" r:id="rId12"/>
    <p:sldId id="352" r:id="rId13"/>
    <p:sldId id="35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7D9"/>
    <a:srgbClr val="93D3D9"/>
    <a:srgbClr val="AAD6FF"/>
    <a:srgbClr val="B2C8CD"/>
    <a:srgbClr val="CCD8D6"/>
    <a:srgbClr val="4F5945"/>
    <a:srgbClr val="73292A"/>
    <a:srgbClr val="7F867A"/>
    <a:srgbClr val="A6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966" autoAdjust="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2" d="100"/>
          <a:sy n="82" d="100"/>
        </p:scale>
        <p:origin x="2784"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9852A6-C536-198B-0B36-808C24FAAF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40B29C-E84A-E4D1-8998-1A961EC23B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A5AE42-7DC1-8140-9B13-146984FDEF22}" type="datetimeFigureOut">
              <a:rPr lang="en-US" smtClean="0"/>
              <a:t>11/12/2025</a:t>
            </a:fld>
            <a:endParaRPr lang="en-US" dirty="0"/>
          </a:p>
        </p:txBody>
      </p:sp>
      <p:sp>
        <p:nvSpPr>
          <p:cNvPr id="4" name="Footer Placeholder 3">
            <a:extLst>
              <a:ext uri="{FF2B5EF4-FFF2-40B4-BE49-F238E27FC236}">
                <a16:creationId xmlns:a16="http://schemas.microsoft.com/office/drawing/2014/main" id="{FCCE4DE7-ED89-D264-F004-38F2DF4879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7E8591-FF54-5A00-A703-95ABC16B78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369B77-94AB-0344-9EBF-9DB9EE8D3ABC}" type="slidenum">
              <a:rPr lang="en-US" smtClean="0"/>
              <a:t>‹#›</a:t>
            </a:fld>
            <a:endParaRPr lang="en-US" dirty="0"/>
          </a:p>
        </p:txBody>
      </p:sp>
    </p:spTree>
    <p:extLst>
      <p:ext uri="{BB962C8B-B14F-4D97-AF65-F5344CB8AC3E}">
        <p14:creationId xmlns:p14="http://schemas.microsoft.com/office/powerpoint/2010/main" val="23985974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75F72-8950-AF4F-9381-1D26FB547EA1}" type="datetimeFigureOut">
              <a:rPr lang="en-US" smtClean="0"/>
              <a:t>11/12/2025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5476F-A808-1F46-A368-07984F6DA22E}" type="slidenum">
              <a:rPr lang="en-US" smtClean="0"/>
              <a:t>‹#›</a:t>
            </a:fld>
            <a:endParaRPr lang="en-US" dirty="0"/>
          </a:p>
        </p:txBody>
      </p:sp>
    </p:spTree>
    <p:extLst>
      <p:ext uri="{BB962C8B-B14F-4D97-AF65-F5344CB8AC3E}">
        <p14:creationId xmlns:p14="http://schemas.microsoft.com/office/powerpoint/2010/main" val="111425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75476F-A808-1F46-A368-07984F6DA22E}" type="slidenum">
              <a:rPr lang="en-US" smtClean="0"/>
              <a:t>2</a:t>
            </a:fld>
            <a:endParaRPr lang="en-US" dirty="0"/>
          </a:p>
        </p:txBody>
      </p:sp>
    </p:spTree>
    <p:extLst>
      <p:ext uri="{BB962C8B-B14F-4D97-AF65-F5344CB8AC3E}">
        <p14:creationId xmlns:p14="http://schemas.microsoft.com/office/powerpoint/2010/main" val="3237519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D90036E-D78E-7995-BEF4-F64DA613C71D}"/>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408176" y="1463040"/>
            <a:ext cx="6327648" cy="2180543"/>
          </a:xfrm>
          <a:noFill/>
        </p:spPr>
        <p:txBody>
          <a:bodyPr anchor="b">
            <a:noAutofit/>
          </a:bodyPr>
          <a:lstStyle>
            <a:lvl1pPr algn="ctr">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911096" y="3995928"/>
            <a:ext cx="5321808" cy="824404"/>
          </a:xfrm>
          <a:noFill/>
        </p:spPr>
        <p:txBody>
          <a:bodyPr anchor="ct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099048" y="530352"/>
            <a:ext cx="5385816" cy="1810512"/>
          </a:xfrm>
        </p:spPr>
        <p:txBody>
          <a:bodyPr anchor="b">
            <a:normAutofit/>
          </a:bodyPr>
          <a:lstStyle>
            <a:lvl1pPr>
              <a:defRPr sz="40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1" y="0"/>
            <a:ext cx="5174458" cy="6858000"/>
          </a:xfrm>
        </p:spPr>
        <p:txBody>
          <a:bodyPr/>
          <a:lstStyle>
            <a:lvl1pPr marL="0" indent="0">
              <a:buNone/>
              <a:defRPr/>
            </a:lvl1pPr>
          </a:lstStyle>
          <a:p>
            <a:r>
              <a:rPr lang="en-US"/>
              <a:t>Click icon to add picture</a:t>
            </a:r>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099048" y="2962656"/>
            <a:ext cx="5385816" cy="2706624"/>
          </a:xfrm>
        </p:spPr>
        <p:txBody>
          <a:bodyPr>
            <a:normAutofit/>
          </a:bodyPr>
          <a:lstStyle>
            <a:lvl1pPr marL="0" indent="0">
              <a:lnSpc>
                <a:spcPct val="10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a:xfrm>
            <a:off x="6099048"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a:xfrm>
            <a:off x="11234928" y="6356350"/>
            <a:ext cx="716280" cy="365125"/>
          </a:xfrm>
        </p:spPr>
        <p:txBody>
          <a:bodyPr/>
          <a:lstStyle/>
          <a:p>
            <a:fld id="{294A09A9-5501-47C1-A89A-A340965A2BE2}" type="slidenum">
              <a:rPr lang="en-US" smtClean="0"/>
              <a:t>‹#›</a:t>
            </a:fld>
            <a:endParaRPr lang="en-US" dirty="0"/>
          </a:p>
        </p:txBody>
      </p:sp>
      <p:sp>
        <p:nvSpPr>
          <p:cNvPr id="10" name="Rectangle 9">
            <a:extLst>
              <a:ext uri="{FF2B5EF4-FFF2-40B4-BE49-F238E27FC236}">
                <a16:creationId xmlns:a16="http://schemas.microsoft.com/office/drawing/2014/main" id="{DCAF8C32-80F8-F614-8280-02F76781F238}"/>
              </a:ext>
            </a:extLst>
          </p:cNvPr>
          <p:cNvSpPr/>
          <p:nvPr userDrawn="1"/>
        </p:nvSpPr>
        <p:spPr>
          <a:xfrm>
            <a:off x="5174459" y="0"/>
            <a:ext cx="45719"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a:extLst>
              <a:ext uri="{FF2B5EF4-FFF2-40B4-BE49-F238E27FC236}">
                <a16:creationId xmlns:a16="http://schemas.microsoft.com/office/drawing/2014/main" id="{02CB607F-27CE-D613-F812-E70C738FA04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34723"/>
          <a:stretch/>
        </p:blipFill>
        <p:spPr>
          <a:xfrm>
            <a:off x="9959711" y="738051"/>
            <a:ext cx="2232289" cy="5381892"/>
          </a:xfrm>
          <a:prstGeom prst="rect">
            <a:avLst/>
          </a:prstGeom>
        </p:spPr>
      </p:pic>
      <p:cxnSp>
        <p:nvCxnSpPr>
          <p:cNvPr id="4" name="Straight Connector 3">
            <a:extLst>
              <a:ext uri="{FF2B5EF4-FFF2-40B4-BE49-F238E27FC236}">
                <a16:creationId xmlns:a16="http://schemas.microsoft.com/office/drawing/2014/main" id="{0A689F60-3D32-FD74-24A9-266643081E85}"/>
              </a:ext>
            </a:extLst>
          </p:cNvPr>
          <p:cNvCxnSpPr>
            <a:cxnSpLocks/>
          </p:cNvCxnSpPr>
          <p:nvPr userDrawn="1"/>
        </p:nvCxnSpPr>
        <p:spPr>
          <a:xfrm>
            <a:off x="6189979" y="2649682"/>
            <a:ext cx="332598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text&#10;&#10;Description automatically generated">
            <a:extLst>
              <a:ext uri="{FF2B5EF4-FFF2-40B4-BE49-F238E27FC236}">
                <a16:creationId xmlns:a16="http://schemas.microsoft.com/office/drawing/2014/main" id="{B827D708-B036-EE04-B213-EC3EAAE0681B}"/>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9029920" y="2509197"/>
            <a:ext cx="972078" cy="285381"/>
          </a:xfrm>
          <a:prstGeom prst="rect">
            <a:avLst/>
          </a:prstGeom>
        </p:spPr>
      </p:pic>
    </p:spTree>
    <p:extLst>
      <p:ext uri="{BB962C8B-B14F-4D97-AF65-F5344CB8AC3E}">
        <p14:creationId xmlns:p14="http://schemas.microsoft.com/office/powerpoint/2010/main" val="95398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81912" y="2185416"/>
            <a:ext cx="9052560" cy="2487168"/>
          </a:xfrm>
          <a:noFill/>
        </p:spPr>
        <p:txBody>
          <a:bodyPr anchor="ctr">
            <a:noAutofit/>
          </a:bodyPr>
          <a:lstStyle>
            <a:lvl1pPr algn="ctr">
              <a:defRPr sz="48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F691F67-3A33-EA2C-967A-86934DA1D47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69401" b="24659"/>
          <a:stretch/>
        </p:blipFill>
        <p:spPr>
          <a:xfrm>
            <a:off x="5856445" y="726334"/>
            <a:ext cx="1898043" cy="5405332"/>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1792" y="722376"/>
            <a:ext cx="6419088" cy="2350008"/>
          </a:xfrm>
        </p:spPr>
        <p:txBody>
          <a:bodyPr anchor="b">
            <a:normAutofit/>
          </a:bodyPr>
          <a:lstStyle>
            <a:lvl1pPr algn="ctr">
              <a:defRPr sz="4400"/>
            </a:lvl1pPr>
          </a:lstStyle>
          <a:p>
            <a:r>
              <a:rPr lang="en-US"/>
              <a:t>Click to edit Master title style</a:t>
            </a:r>
            <a:endParaRPr lang="en-US" dirty="0"/>
          </a:p>
        </p:txBody>
      </p:sp>
      <p:sp>
        <p:nvSpPr>
          <p:cNvPr id="13" name="Subtitle 2">
            <a:extLst>
              <a:ext uri="{FF2B5EF4-FFF2-40B4-BE49-F238E27FC236}">
                <a16:creationId xmlns:a16="http://schemas.microsoft.com/office/drawing/2014/main" id="{F6B0D1AB-E9D6-841F-7178-F60F07AF3B37}"/>
              </a:ext>
            </a:extLst>
          </p:cNvPr>
          <p:cNvSpPr>
            <a:spLocks noGrp="1"/>
          </p:cNvSpPr>
          <p:nvPr>
            <p:ph type="subTitle" idx="1"/>
          </p:nvPr>
        </p:nvSpPr>
        <p:spPr>
          <a:xfrm>
            <a:off x="640079" y="3931920"/>
            <a:ext cx="6419088" cy="1389888"/>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Picture Placeholder 6">
            <a:extLst>
              <a:ext uri="{FF2B5EF4-FFF2-40B4-BE49-F238E27FC236}">
                <a16:creationId xmlns:a16="http://schemas.microsoft.com/office/drawing/2014/main" id="{8B3132E8-A261-CEAB-129F-0FED7AD8D00C}"/>
              </a:ext>
            </a:extLst>
          </p:cNvPr>
          <p:cNvSpPr>
            <a:spLocks noGrp="1"/>
          </p:cNvSpPr>
          <p:nvPr>
            <p:ph type="pic" sz="quarter" idx="13"/>
          </p:nvPr>
        </p:nvSpPr>
        <p:spPr>
          <a:xfrm>
            <a:off x="7754488" y="0"/>
            <a:ext cx="4434464" cy="6858000"/>
          </a:xfrm>
        </p:spPr>
        <p:txBody>
          <a:bodyPr/>
          <a:lstStyle>
            <a:lvl1pPr marL="0" indent="0">
              <a:buNone/>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DB41B1E5-0891-6540-C6C6-2E4CF929E2D5}"/>
              </a:ext>
            </a:extLst>
          </p:cNvPr>
          <p:cNvCxnSpPr>
            <a:cxnSpLocks/>
          </p:cNvCxnSpPr>
          <p:nvPr userDrawn="1"/>
        </p:nvCxnSpPr>
        <p:spPr>
          <a:xfrm>
            <a:off x="1679972" y="3432325"/>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2" name="Picture 11" descr="A picture containing text&#10;&#10;Description automatically generated">
            <a:extLst>
              <a:ext uri="{FF2B5EF4-FFF2-40B4-BE49-F238E27FC236}">
                <a16:creationId xmlns:a16="http://schemas.microsoft.com/office/drawing/2014/main" id="{2CA6CDBD-54C9-2154-A4D6-F432B3CF27F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3343169" y="3291840"/>
            <a:ext cx="972078" cy="285381"/>
          </a:xfrm>
          <a:prstGeom prst="rect">
            <a:avLst/>
          </a:prstGeom>
        </p:spPr>
      </p:pic>
      <p:sp>
        <p:nvSpPr>
          <p:cNvPr id="14" name="Rectangle 13">
            <a:extLst>
              <a:ext uri="{FF2B5EF4-FFF2-40B4-BE49-F238E27FC236}">
                <a16:creationId xmlns:a16="http://schemas.microsoft.com/office/drawing/2014/main" id="{57541814-983F-1B1C-1D5D-EBAC0D9BEB4C}"/>
              </a:ext>
            </a:extLst>
          </p:cNvPr>
          <p:cNvSpPr/>
          <p:nvPr userDrawn="1"/>
        </p:nvSpPr>
        <p:spPr>
          <a:xfrm>
            <a:off x="7711438"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2317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D338C08-B5A9-DA78-1FE4-12BEFEB61B6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6136" t="6121"/>
          <a:stretch/>
        </p:blipFill>
        <p:spPr>
          <a:xfrm rot="16200000" flipH="1" flipV="1">
            <a:off x="7528785" y="-1437953"/>
            <a:ext cx="3225262" cy="6101168"/>
          </a:xfrm>
          <a:prstGeom prst="rect">
            <a:avLst/>
          </a:prstGeom>
        </p:spPr>
      </p:pic>
      <p:sp>
        <p:nvSpPr>
          <p:cNvPr id="6" name="Rectangle 5">
            <a:extLst>
              <a:ext uri="{FF2B5EF4-FFF2-40B4-BE49-F238E27FC236}">
                <a16:creationId xmlns:a16="http://schemas.microsoft.com/office/drawing/2014/main" id="{A6865A83-7754-90AF-ABA5-0759C2C74767}"/>
              </a:ext>
            </a:extLst>
          </p:cNvPr>
          <p:cNvSpPr/>
          <p:nvPr userDrawn="1"/>
        </p:nvSpPr>
        <p:spPr>
          <a:xfrm>
            <a:off x="0" y="0"/>
            <a:ext cx="479094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a:extLst>
              <a:ext uri="{FF2B5EF4-FFF2-40B4-BE49-F238E27FC236}">
                <a16:creationId xmlns:a16="http://schemas.microsoft.com/office/drawing/2014/main" id="{230C4EDD-E959-BB97-7574-864A6EDFD37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602251" y="4944272"/>
            <a:ext cx="3848748" cy="1913728"/>
          </a:xfrm>
          <a:prstGeom prst="rect">
            <a:avLst/>
          </a:prstGeom>
        </p:spPr>
      </p:pic>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1408176"/>
            <a:ext cx="3392424" cy="4014216"/>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5724144" y="1536192"/>
            <a:ext cx="5696712" cy="3758184"/>
          </a:xfrm>
        </p:spPr>
        <p:txBody>
          <a:bodyPr/>
          <a:lstStyle>
            <a:lvl1pPr>
              <a:spcAft>
                <a:spcPts val="600"/>
              </a:spcAft>
              <a:buClr>
                <a:schemeClr val="accent2"/>
              </a:buClr>
              <a:defRPr sz="2200"/>
            </a:lvl1pPr>
            <a:lvl2pPr>
              <a:buClr>
                <a:schemeClr val="accent2"/>
              </a:buClr>
              <a:defRPr sz="2000"/>
            </a:lvl2pPr>
            <a:lvl3pPr>
              <a:buClr>
                <a:schemeClr val="accent2"/>
              </a:buClr>
              <a:defRPr sz="1800"/>
            </a:lvl3pPr>
            <a:lvl4pPr>
              <a:buClr>
                <a:schemeClr val="accent2"/>
              </a:buClr>
              <a:defRPr sz="1600"/>
            </a:lvl4pPr>
            <a:lvl5pPr>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5724144"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sp>
        <p:nvSpPr>
          <p:cNvPr id="10" name="Rectangle 9">
            <a:extLst>
              <a:ext uri="{FF2B5EF4-FFF2-40B4-BE49-F238E27FC236}">
                <a16:creationId xmlns:a16="http://schemas.microsoft.com/office/drawing/2014/main" id="{377048F4-9454-D035-3356-DD623DFCEE42}"/>
              </a:ext>
            </a:extLst>
          </p:cNvPr>
          <p:cNvSpPr/>
          <p:nvPr userDrawn="1"/>
        </p:nvSpPr>
        <p:spPr>
          <a:xfrm rot="5400000">
            <a:off x="1361771" y="3406143"/>
            <a:ext cx="6857999"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0420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with Subtitle">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527048" y="2276856"/>
            <a:ext cx="9144000" cy="1508760"/>
          </a:xfrm>
          <a:noFill/>
        </p:spPr>
        <p:txBody>
          <a:bodyPr anchor="ctr">
            <a:noAutofit/>
          </a:bodyPr>
          <a:lstStyle>
            <a:lvl1pPr algn="ctr">
              <a:defRPr sz="4800">
                <a:solidFill>
                  <a:schemeClr val="bg1"/>
                </a:solidFill>
              </a:defRPr>
            </a:lvl1pPr>
          </a:lstStyle>
          <a:p>
            <a:r>
              <a:rPr lang="en-US"/>
              <a:t>Click to edit Master title style</a:t>
            </a:r>
            <a:endParaRPr lang="en-US" dirty="0"/>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527048" y="3858768"/>
            <a:ext cx="9144000" cy="841248"/>
          </a:xfrm>
          <a:noFill/>
        </p:spPr>
        <p:txBody>
          <a:bodyPr anchor="t"/>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93911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6684264" y="2523744"/>
            <a:ext cx="4864608" cy="3694176"/>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68098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B7F52C37-6A33-FD57-31EC-516F581DF13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7420" b="36176"/>
          <a:stretch/>
        </p:blipFill>
        <p:spPr>
          <a:xfrm>
            <a:off x="0" y="2510651"/>
            <a:ext cx="2841744" cy="4347350"/>
          </a:xfrm>
          <a:prstGeom prst="rect">
            <a:avLst/>
          </a:prstGeom>
        </p:spPr>
      </p:pic>
      <p:sp>
        <p:nvSpPr>
          <p:cNvPr id="6" name="Rectangle 5">
            <a:extLst>
              <a:ext uri="{FF2B5EF4-FFF2-40B4-BE49-F238E27FC236}">
                <a16:creationId xmlns:a16="http://schemas.microsoft.com/office/drawing/2014/main" id="{A6865A83-7754-90AF-ABA5-0759C2C74767}"/>
              </a:ext>
            </a:extLst>
          </p:cNvPr>
          <p:cNvSpPr/>
          <p:nvPr userDrawn="1"/>
        </p:nvSpPr>
        <p:spPr>
          <a:xfrm>
            <a:off x="7397496" y="0"/>
            <a:ext cx="4790941"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8101584" y="1408176"/>
            <a:ext cx="3392424" cy="4014216"/>
          </a:xfrm>
        </p:spPr>
        <p:txBody>
          <a:bodyPr/>
          <a:lstStyle>
            <a:lvl1pPr>
              <a:defRPr>
                <a:solidFill>
                  <a:schemeClr val="bg1"/>
                </a:solidFill>
              </a:defRPr>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685800"/>
            <a:ext cx="5276088" cy="1563624"/>
          </a:xfrm>
        </p:spPr>
        <p:txBody>
          <a:bodyPr>
            <a:noAutofit/>
          </a:bodyPr>
          <a:lstStyle>
            <a:lvl1pPr marL="457200" indent="-457200">
              <a:lnSpc>
                <a:spcPct val="100000"/>
              </a:lnSpc>
              <a:spcBef>
                <a:spcPts val="1000"/>
              </a:spcBef>
              <a:spcAft>
                <a:spcPts val="0"/>
              </a:spcAft>
              <a:buClr>
                <a:schemeClr val="accent2"/>
              </a:buClr>
              <a:buFont typeface="+mj-lt"/>
              <a:buAutoNum type="arabicPeriod"/>
              <a:defRPr sz="2400">
                <a:solidFill>
                  <a:schemeClr val="tx2">
                    <a:lumMod val="25000"/>
                  </a:schemeClr>
                </a:solidFill>
              </a:defRPr>
            </a:lvl1pPr>
            <a:lvl2pPr marL="914400" indent="-457200">
              <a:buClr>
                <a:schemeClr val="accent2"/>
              </a:buClr>
              <a:buFont typeface="+mj-lt"/>
              <a:buAutoNum type="alphaLcPeriod"/>
              <a:defRPr sz="2400">
                <a:solidFill>
                  <a:schemeClr val="tx2">
                    <a:lumMod val="25000"/>
                  </a:schemeClr>
                </a:solidFill>
              </a:defRPr>
            </a:lvl2pPr>
            <a:lvl3pPr marL="1371600" indent="-457200">
              <a:buClr>
                <a:schemeClr val="accent2"/>
              </a:buClr>
              <a:buFont typeface="+mj-lt"/>
              <a:buAutoNum type="romanLcPeriod"/>
              <a:defRPr sz="2000">
                <a:solidFill>
                  <a:schemeClr val="tx2">
                    <a:lumMod val="25000"/>
                  </a:schemeClr>
                </a:solidFill>
              </a:defRPr>
            </a:lvl3pPr>
            <a:lvl4pPr marL="1714500" indent="-342900">
              <a:buClr>
                <a:schemeClr val="accent2"/>
              </a:buClr>
              <a:buFont typeface="+mj-lt"/>
              <a:buAutoNum type="arabicParenR"/>
              <a:defRPr sz="1800">
                <a:solidFill>
                  <a:schemeClr val="tx2">
                    <a:lumMod val="25000"/>
                  </a:schemeClr>
                </a:solidFill>
              </a:defRPr>
            </a:lvl4pPr>
            <a:lvl5pPr marL="2171700" indent="-342900">
              <a:buClr>
                <a:schemeClr val="accent2"/>
              </a:buClr>
              <a:buFont typeface="+mj-lt"/>
              <a:buAutoNum type="alphaLcParen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8">
            <a:extLst>
              <a:ext uri="{FF2B5EF4-FFF2-40B4-BE49-F238E27FC236}">
                <a16:creationId xmlns:a16="http://schemas.microsoft.com/office/drawing/2014/main" id="{EC526101-2775-A309-0B4A-DB278C3974D2}"/>
              </a:ext>
            </a:extLst>
          </p:cNvPr>
          <p:cNvSpPr>
            <a:spLocks noGrp="1"/>
          </p:cNvSpPr>
          <p:nvPr>
            <p:ph sz="quarter" idx="13"/>
          </p:nvPr>
        </p:nvSpPr>
        <p:spPr>
          <a:xfrm>
            <a:off x="932688" y="2697480"/>
            <a:ext cx="5276088" cy="348386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1800">
                <a:solidFill>
                  <a:schemeClr val="tx2">
                    <a:lumMod val="25000"/>
                  </a:schemeClr>
                </a:solidFill>
              </a:defRPr>
            </a:lvl3pPr>
            <a:lvl4pPr marL="1143000">
              <a:buClr>
                <a:schemeClr val="accent2"/>
              </a:buClr>
              <a:defRPr sz="1600">
                <a:solidFill>
                  <a:schemeClr val="tx2">
                    <a:lumMod val="25000"/>
                  </a:schemeClr>
                </a:solidFill>
              </a:defRPr>
            </a:lvl4pPr>
            <a:lvl5pPr marL="1600200">
              <a:buClr>
                <a:schemeClr val="accent2"/>
              </a:buClr>
              <a:defRPr sz="14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lvl1pPr>
              <a:defRPr>
                <a:solidFill>
                  <a:schemeClr val="bg1"/>
                </a:solidFill>
              </a:defRPr>
            </a:lvl1pPr>
          </a:lstStyle>
          <a:p>
            <a:fld id="{294A09A9-5501-47C1-A89A-A340965A2BE2}" type="slidenum">
              <a:rPr lang="en-US" smtClean="0"/>
              <a:pPr/>
              <a:t>‹#›</a:t>
            </a:fld>
            <a:endParaRPr lang="en-US" dirty="0"/>
          </a:p>
        </p:txBody>
      </p:sp>
      <p:pic>
        <p:nvPicPr>
          <p:cNvPr id="12" name="Graphic 11">
            <a:extLst>
              <a:ext uri="{FF2B5EF4-FFF2-40B4-BE49-F238E27FC236}">
                <a16:creationId xmlns:a16="http://schemas.microsoft.com/office/drawing/2014/main" id="{45719EF3-43BC-5F74-7396-273F72ED3CBC}"/>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32292"/>
          <a:stretch/>
        </p:blipFill>
        <p:spPr>
          <a:xfrm>
            <a:off x="8001534" y="4944272"/>
            <a:ext cx="3848748" cy="1913728"/>
          </a:xfrm>
          <a:prstGeom prst="rect">
            <a:avLst/>
          </a:prstGeom>
        </p:spPr>
      </p:pic>
      <p:sp>
        <p:nvSpPr>
          <p:cNvPr id="13" name="Rectangle 12">
            <a:extLst>
              <a:ext uri="{FF2B5EF4-FFF2-40B4-BE49-F238E27FC236}">
                <a16:creationId xmlns:a16="http://schemas.microsoft.com/office/drawing/2014/main" id="{137D205C-32E5-5A54-8D89-CB56198B06E5}"/>
              </a:ext>
            </a:extLst>
          </p:cNvPr>
          <p:cNvSpPr/>
          <p:nvPr userDrawn="1"/>
        </p:nvSpPr>
        <p:spPr>
          <a:xfrm rot="5400000">
            <a:off x="3949200" y="3406143"/>
            <a:ext cx="6857999"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87182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516D97AE-EB24-C3DA-21A1-E8EE4631ACE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118" r="47395" b="22709"/>
          <a:stretch/>
        </p:blipFill>
        <p:spPr>
          <a:xfrm flipH="1">
            <a:off x="4448831" y="805912"/>
            <a:ext cx="1464735" cy="4961437"/>
          </a:xfrm>
          <a:prstGeom prst="rect">
            <a:avLst/>
          </a:prstGeom>
        </p:spPr>
      </p:pic>
      <p:sp>
        <p:nvSpPr>
          <p:cNvPr id="10" name="Rectangle 9">
            <a:extLst>
              <a:ext uri="{FF2B5EF4-FFF2-40B4-BE49-F238E27FC236}">
                <a16:creationId xmlns:a16="http://schemas.microsoft.com/office/drawing/2014/main" id="{5CBF43B9-3946-05E6-521F-EE4BB59B49D0}"/>
              </a:ext>
            </a:extLst>
          </p:cNvPr>
          <p:cNvSpPr/>
          <p:nvPr userDrawn="1"/>
        </p:nvSpPr>
        <p:spPr>
          <a:xfrm>
            <a:off x="4434840" y="0"/>
            <a:ext cx="45719" cy="6858000"/>
          </a:xfrm>
          <a:prstGeom prst="rect">
            <a:avLst/>
          </a:prstGeom>
          <a:solidFill>
            <a:schemeClr val="tx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E14DEF57-E0D6-D7CA-5D3C-FC97EAB0620A}"/>
              </a:ext>
            </a:extLst>
          </p:cNvPr>
          <p:cNvSpPr>
            <a:spLocks noGrp="1"/>
          </p:cNvSpPr>
          <p:nvPr>
            <p:ph type="title"/>
          </p:nvPr>
        </p:nvSpPr>
        <p:spPr>
          <a:xfrm>
            <a:off x="5193792" y="557784"/>
            <a:ext cx="6419088" cy="1929384"/>
          </a:xfrm>
        </p:spPr>
        <p:txBody>
          <a:bodyPr anchor="b">
            <a:normAutofit/>
          </a:bodyPr>
          <a:lstStyle>
            <a:lvl1pPr algn="ctr">
              <a:defRPr sz="4400"/>
            </a:lvl1pPr>
          </a:lstStyle>
          <a:p>
            <a:r>
              <a:rPr lang="en-US"/>
              <a:t>Click to edit Master title style</a:t>
            </a:r>
            <a:endParaRPr lang="en-US" dirty="0"/>
          </a:p>
        </p:txBody>
      </p:sp>
      <p:sp>
        <p:nvSpPr>
          <p:cNvPr id="8" name="Picture Placeholder 6">
            <a:extLst>
              <a:ext uri="{FF2B5EF4-FFF2-40B4-BE49-F238E27FC236}">
                <a16:creationId xmlns:a16="http://schemas.microsoft.com/office/drawing/2014/main" id="{930B4666-31C5-1F2B-27D9-2A9F6EC970DD}"/>
              </a:ext>
            </a:extLst>
          </p:cNvPr>
          <p:cNvSpPr>
            <a:spLocks noGrp="1"/>
          </p:cNvSpPr>
          <p:nvPr>
            <p:ph type="pic" sz="quarter" idx="13"/>
          </p:nvPr>
        </p:nvSpPr>
        <p:spPr>
          <a:xfrm>
            <a:off x="0" y="0"/>
            <a:ext cx="4434464" cy="6858000"/>
          </a:xfrm>
        </p:spPr>
        <p:txBody>
          <a:bodyPr/>
          <a:lstStyle>
            <a:lvl1pPr marL="0" indent="0">
              <a:buNone/>
              <a:defRPr/>
            </a:lvl1pPr>
          </a:lstStyle>
          <a:p>
            <a:r>
              <a:rPr lang="en-US"/>
              <a:t>Click icon to add picture</a:t>
            </a:r>
            <a:endParaRPr lang="en-US" dirty="0"/>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5193792" y="3328416"/>
            <a:ext cx="6419088" cy="2441448"/>
          </a:xfrm>
        </p:spPr>
        <p:txBody>
          <a:bodyPr/>
          <a:lstStyle>
            <a:lvl1pPr marL="0" indent="0" algn="ctr">
              <a:lnSpc>
                <a:spcPct val="90000"/>
              </a:lnSpc>
              <a:spcAft>
                <a:spcPts val="1200"/>
              </a:spcAft>
              <a:buClr>
                <a:schemeClr val="accent2"/>
              </a:buClr>
              <a:buNone/>
              <a:defRPr sz="2400">
                <a:solidFill>
                  <a:schemeClr val="tx2">
                    <a:lumMod val="25000"/>
                  </a:schemeClr>
                </a:solidFill>
              </a:defRPr>
            </a:lvl1pPr>
            <a:lvl2pPr algn="ctr">
              <a:buClr>
                <a:schemeClr val="accent2"/>
              </a:buClr>
              <a:defRPr sz="2000">
                <a:solidFill>
                  <a:schemeClr val="tx2">
                    <a:lumMod val="25000"/>
                  </a:schemeClr>
                </a:solidFill>
              </a:defRPr>
            </a:lvl2pPr>
            <a:lvl3pPr algn="ctr">
              <a:buClr>
                <a:schemeClr val="accent2"/>
              </a:buClr>
              <a:defRPr sz="1800">
                <a:solidFill>
                  <a:schemeClr val="tx2">
                    <a:lumMod val="25000"/>
                  </a:schemeClr>
                </a:solidFill>
              </a:defRPr>
            </a:lvl3pPr>
            <a:lvl4pPr algn="ctr">
              <a:buClr>
                <a:schemeClr val="accent2"/>
              </a:buClr>
              <a:defRPr sz="1600">
                <a:solidFill>
                  <a:schemeClr val="tx2">
                    <a:lumMod val="25000"/>
                  </a:schemeClr>
                </a:solidFill>
              </a:defRPr>
            </a:lvl4pPr>
            <a:lvl5pPr algn="ctr">
              <a:buClr>
                <a:schemeClr val="accent2"/>
              </a:buClr>
              <a:defRPr sz="14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5193792"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cxnSp>
        <p:nvCxnSpPr>
          <p:cNvPr id="13" name="Straight Connector 12">
            <a:extLst>
              <a:ext uri="{FF2B5EF4-FFF2-40B4-BE49-F238E27FC236}">
                <a16:creationId xmlns:a16="http://schemas.microsoft.com/office/drawing/2014/main" id="{689EEBF9-800C-88AE-FE83-60B5F47AFC14}"/>
              </a:ext>
            </a:extLst>
          </p:cNvPr>
          <p:cNvCxnSpPr>
            <a:cxnSpLocks/>
          </p:cNvCxnSpPr>
          <p:nvPr userDrawn="1"/>
        </p:nvCxnSpPr>
        <p:spPr>
          <a:xfrm>
            <a:off x="6174481" y="2843389"/>
            <a:ext cx="4376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text&#10;&#10;Description automatically generated">
            <a:extLst>
              <a:ext uri="{FF2B5EF4-FFF2-40B4-BE49-F238E27FC236}">
                <a16:creationId xmlns:a16="http://schemas.microsoft.com/office/drawing/2014/main" id="{301D77B6-9ED1-094C-66A3-7D5AB0CDEA47}"/>
              </a:ext>
            </a:extLst>
          </p:cNvPr>
          <p:cNvPicPr>
            <a:picLocks noChangeAspect="1"/>
          </p:cNvPicPr>
          <p:nvPr userDrawn="1"/>
        </p:nvPicPr>
        <p:blipFill>
          <a:blip r:embed="rId4" cstate="screen">
            <a:extLst>
              <a:ext uri="{BEBA8EAE-BF5A-486C-A8C5-ECC9F3942E4B}">
                <a14:imgProps xmlns:a14="http://schemas.microsoft.com/office/drawing/2010/main">
                  <a14:imgLayer r:embed="rId5">
                    <a14:imgEffect>
                      <a14:saturation sat="35000"/>
                    </a14:imgEffect>
                  </a14:imgLayer>
                </a14:imgProps>
              </a:ext>
              <a:ext uri="{28A0092B-C50C-407E-A947-70E740481C1C}">
                <a14:useLocalDpi xmlns:a14="http://schemas.microsoft.com/office/drawing/2010/main"/>
              </a:ext>
            </a:extLst>
          </a:blip>
          <a:stretch>
            <a:fillRect/>
          </a:stretch>
        </p:blipFill>
        <p:spPr>
          <a:xfrm>
            <a:off x="7914042" y="2702904"/>
            <a:ext cx="972078" cy="285381"/>
          </a:xfrm>
          <a:prstGeom prst="rect">
            <a:avLst/>
          </a:prstGeom>
        </p:spPr>
      </p:pic>
    </p:spTree>
    <p:extLst>
      <p:ext uri="{BB962C8B-B14F-4D97-AF65-F5344CB8AC3E}">
        <p14:creationId xmlns:p14="http://schemas.microsoft.com/office/powerpoint/2010/main" val="1942649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770632"/>
            <a:ext cx="2487168" cy="3502152"/>
          </a:xfrm>
        </p:spPr>
        <p:txBody>
          <a:bodyPr lIns="91440" rIns="91440"/>
          <a:lstStyle>
            <a:lvl1pPr marL="0" indent="0">
              <a:spcAft>
                <a:spcPts val="120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3785616" y="2770632"/>
            <a:ext cx="7571232"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73990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9" name="Content Placeholder 8">
            <a:extLst>
              <a:ext uri="{FF2B5EF4-FFF2-40B4-BE49-F238E27FC236}">
                <a16:creationId xmlns:a16="http://schemas.microsoft.com/office/drawing/2014/main" id="{1DBC944E-6F68-C409-3596-8B6F50E09B9B}"/>
              </a:ext>
            </a:extLst>
          </p:cNvPr>
          <p:cNvSpPr>
            <a:spLocks noGrp="1"/>
          </p:cNvSpPr>
          <p:nvPr>
            <p:ph sz="quarter" idx="12"/>
          </p:nvPr>
        </p:nvSpPr>
        <p:spPr>
          <a:xfrm>
            <a:off x="932688" y="2432304"/>
            <a:ext cx="6163056" cy="3739896"/>
          </a:xfrm>
        </p:spPr>
        <p:txBody>
          <a:bodyPr lIns="91440" rIns="91440"/>
          <a:lstStyle>
            <a:lvl1pPr marL="228600" indent="-228600">
              <a:spcAft>
                <a:spcPts val="0"/>
              </a:spcAft>
              <a:buClr>
                <a:schemeClr val="accent2"/>
              </a:buClr>
              <a:buFont typeface="Arial" panose="020B0604020202020204" pitchFamily="34" charset="0"/>
              <a:buChar char="•"/>
              <a:defRPr sz="2400">
                <a:solidFill>
                  <a:schemeClr val="tx2">
                    <a:lumMod val="25000"/>
                  </a:schemeClr>
                </a:solidFill>
              </a:defRPr>
            </a:lvl1pPr>
            <a:lvl2pPr marL="685800">
              <a:spcBef>
                <a:spcPts val="500"/>
              </a:spcBef>
              <a:buClr>
                <a:schemeClr val="accent2"/>
              </a:buClr>
              <a:defRPr sz="2400">
                <a:solidFill>
                  <a:schemeClr val="tx2">
                    <a:lumMod val="25000"/>
                  </a:schemeClr>
                </a:solidFill>
              </a:defRPr>
            </a:lvl2pPr>
            <a:lvl3pPr marL="1143000">
              <a:buClr>
                <a:schemeClr val="accent2"/>
              </a:buClr>
              <a:defRPr sz="2000">
                <a:solidFill>
                  <a:schemeClr val="tx2">
                    <a:lumMod val="25000"/>
                  </a:schemeClr>
                </a:solidFill>
              </a:defRPr>
            </a:lvl3pPr>
            <a:lvl4pPr marL="1600200">
              <a:buClr>
                <a:schemeClr val="accent2"/>
              </a:buClr>
              <a:defRPr sz="1800">
                <a:solidFill>
                  <a:schemeClr val="tx2">
                    <a:lumMod val="25000"/>
                  </a:schemeClr>
                </a:solidFill>
              </a:defRPr>
            </a:lvl4pPr>
            <a:lvl5pPr marL="20574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7424928" y="2441448"/>
            <a:ext cx="4169664" cy="3703320"/>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1EB1C5A3-22FF-382D-3801-B6D9C4AC53E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52051"/>
          <a:stretch/>
        </p:blipFill>
        <p:spPr>
          <a:xfrm>
            <a:off x="4629335" y="1815780"/>
            <a:ext cx="5586493" cy="5042220"/>
          </a:xfrm>
          <a:prstGeom prst="rect">
            <a:avLst/>
          </a:prstGeom>
        </p:spPr>
      </p:pic>
    </p:spTree>
    <p:extLst>
      <p:ext uri="{BB962C8B-B14F-4D97-AF65-F5344CB8AC3E}">
        <p14:creationId xmlns:p14="http://schemas.microsoft.com/office/powerpoint/2010/main" val="659767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6865A83-7754-90AF-ABA5-0759C2C74767}"/>
              </a:ext>
            </a:extLst>
          </p:cNvPr>
          <p:cNvSpPr/>
          <p:nvPr userDrawn="1"/>
        </p:nvSpPr>
        <p:spPr>
          <a:xfrm>
            <a:off x="-1" y="0"/>
            <a:ext cx="12188952" cy="204825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10998D-17F5-CC68-2E37-9789F050BF62}"/>
              </a:ext>
            </a:extLst>
          </p:cNvPr>
          <p:cNvSpPr>
            <a:spLocks noGrp="1"/>
          </p:cNvSpPr>
          <p:nvPr>
            <p:ph type="title"/>
          </p:nvPr>
        </p:nvSpPr>
        <p:spPr>
          <a:xfrm>
            <a:off x="932688" y="228600"/>
            <a:ext cx="9528048" cy="1600200"/>
          </a:xfrm>
        </p:spPr>
        <p:txBody>
          <a:bodyPr/>
          <a:lstStyle>
            <a:lvl1pPr>
              <a:defRPr>
                <a:solidFill>
                  <a:schemeClr val="bg1"/>
                </a:solidFill>
              </a:defRPr>
            </a:lvl1pPr>
          </a:lstStyle>
          <a:p>
            <a:r>
              <a:rPr lang="en-US"/>
              <a:t>Click to edit Master title style</a:t>
            </a:r>
          </a:p>
        </p:txBody>
      </p:sp>
      <p:sp>
        <p:nvSpPr>
          <p:cNvPr id="11" name="Content Placeholder 8">
            <a:extLst>
              <a:ext uri="{FF2B5EF4-FFF2-40B4-BE49-F238E27FC236}">
                <a16:creationId xmlns:a16="http://schemas.microsoft.com/office/drawing/2014/main" id="{450D1A9C-4404-2909-F0C4-B7571474C940}"/>
              </a:ext>
            </a:extLst>
          </p:cNvPr>
          <p:cNvSpPr>
            <a:spLocks noGrp="1"/>
          </p:cNvSpPr>
          <p:nvPr>
            <p:ph sz="quarter" idx="13"/>
          </p:nvPr>
        </p:nvSpPr>
        <p:spPr>
          <a:xfrm>
            <a:off x="841248" y="2770632"/>
            <a:ext cx="10515600" cy="3392424"/>
          </a:xfrm>
        </p:spPr>
        <p:txBody>
          <a:bodyPr/>
          <a:lstStyle>
            <a:lvl1pPr marL="0" indent="0">
              <a:spcAft>
                <a:spcPts val="0"/>
              </a:spcAft>
              <a:buClr>
                <a:schemeClr val="accent2"/>
              </a:buClr>
              <a:buNone/>
              <a:defRPr sz="2400">
                <a:solidFill>
                  <a:schemeClr val="tx2">
                    <a:lumMod val="25000"/>
                  </a:schemeClr>
                </a:solidFill>
              </a:defRPr>
            </a:lvl1pPr>
            <a:lvl2pPr marL="228600">
              <a:spcBef>
                <a:spcPts val="1000"/>
              </a:spcBef>
              <a:buClr>
                <a:schemeClr val="accent2"/>
              </a:buClr>
              <a:defRPr sz="2400">
                <a:solidFill>
                  <a:schemeClr val="tx2">
                    <a:lumMod val="25000"/>
                  </a:schemeClr>
                </a:solidFill>
              </a:defRPr>
            </a:lvl2pPr>
            <a:lvl3pPr marL="685800">
              <a:buClr>
                <a:schemeClr val="accent2"/>
              </a:buClr>
              <a:defRPr sz="2000">
                <a:solidFill>
                  <a:schemeClr val="tx2">
                    <a:lumMod val="25000"/>
                  </a:schemeClr>
                </a:solidFill>
              </a:defRPr>
            </a:lvl3pPr>
            <a:lvl4pPr marL="1143000">
              <a:buClr>
                <a:schemeClr val="accent2"/>
              </a:buClr>
              <a:defRPr sz="1800">
                <a:solidFill>
                  <a:schemeClr val="tx2">
                    <a:lumMod val="25000"/>
                  </a:schemeClr>
                </a:solidFill>
              </a:defRPr>
            </a:lvl4pPr>
            <a:lvl5pPr marL="1600200">
              <a:buClr>
                <a:schemeClr val="accent2"/>
              </a:buClr>
              <a:defRPr sz="1600">
                <a:solidFill>
                  <a:schemeClr val="tx2">
                    <a:lumMod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2">
            <a:extLst>
              <a:ext uri="{FF2B5EF4-FFF2-40B4-BE49-F238E27FC236}">
                <a16:creationId xmlns:a16="http://schemas.microsoft.com/office/drawing/2014/main" id="{03FE570D-F390-097A-83FE-FB9C9CD92EA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3D119F3A-839F-70D5-1136-F47387FBF61F}"/>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a:t>
            </a:fld>
            <a:endParaRPr lang="en-US" dirty="0"/>
          </a:p>
        </p:txBody>
      </p:sp>
      <p:pic>
        <p:nvPicPr>
          <p:cNvPr id="8" name="Graphic 7">
            <a:extLst>
              <a:ext uri="{FF2B5EF4-FFF2-40B4-BE49-F238E27FC236}">
                <a16:creationId xmlns:a16="http://schemas.microsoft.com/office/drawing/2014/main" id="{D1885D14-9B48-E0B1-43FF-B19F5005FDA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b="32292"/>
          <a:stretch/>
        </p:blipFill>
        <p:spPr>
          <a:xfrm>
            <a:off x="8472405" y="132047"/>
            <a:ext cx="3848748" cy="1913728"/>
          </a:xfrm>
          <a:prstGeom prst="rect">
            <a:avLst/>
          </a:prstGeom>
        </p:spPr>
      </p:pic>
      <p:sp>
        <p:nvSpPr>
          <p:cNvPr id="10" name="Rectangle 9">
            <a:extLst>
              <a:ext uri="{FF2B5EF4-FFF2-40B4-BE49-F238E27FC236}">
                <a16:creationId xmlns:a16="http://schemas.microsoft.com/office/drawing/2014/main" id="{CD7ECFC8-50F2-4F2A-960A-F4F79E198620}"/>
              </a:ext>
            </a:extLst>
          </p:cNvPr>
          <p:cNvSpPr/>
          <p:nvPr userDrawn="1"/>
        </p:nvSpPr>
        <p:spPr>
          <a:xfrm>
            <a:off x="0" y="2022420"/>
            <a:ext cx="12192000" cy="45719"/>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20999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68B802A0-174F-ED42-DB3C-30B25D7D20B7}"/>
              </a:ext>
            </a:extLst>
          </p:cNvPr>
          <p:cNvSpPr>
            <a:spLocks noGrp="1"/>
          </p:cNvSpPr>
          <p:nvPr>
            <p:ph type="pic" sz="quarter" idx="10"/>
          </p:nvPr>
        </p:nvSpPr>
        <p:spPr>
          <a:xfrm>
            <a:off x="0" y="0"/>
            <a:ext cx="12192000" cy="6858000"/>
          </a:xfrm>
          <a:solidFill>
            <a:schemeClr val="tx1">
              <a:lumMod val="50000"/>
              <a:lumOff val="50000"/>
            </a:schemeClr>
          </a:solidFill>
        </p:spPr>
        <p:txBody>
          <a:bodyPr/>
          <a:lstStyle>
            <a:lvl1pPr marL="0" indent="0">
              <a:buNone/>
              <a:defRPr>
                <a:solidFill>
                  <a:schemeClr val="bg1"/>
                </a:solidFill>
              </a:defRPr>
            </a:lvl1pPr>
          </a:lstStyle>
          <a:p>
            <a:r>
              <a:rPr lang="en-US"/>
              <a:t>Click icon to add picture</a:t>
            </a:r>
            <a:endParaRPr lang="en-US" dirty="0"/>
          </a:p>
        </p:txBody>
      </p:sp>
      <p:sp>
        <p:nvSpPr>
          <p:cNvPr id="5" name="Title 1">
            <a:extLst>
              <a:ext uri="{FF2B5EF4-FFF2-40B4-BE49-F238E27FC236}">
                <a16:creationId xmlns:a16="http://schemas.microsoft.com/office/drawing/2014/main" id="{C5682FAF-43FC-D4B4-4D6A-E5D70198C128}"/>
              </a:ext>
            </a:extLst>
          </p:cNvPr>
          <p:cNvSpPr>
            <a:spLocks noGrp="1"/>
          </p:cNvSpPr>
          <p:nvPr>
            <p:ph type="ctrTitle"/>
          </p:nvPr>
        </p:nvSpPr>
        <p:spPr>
          <a:xfrm>
            <a:off x="1627632" y="822960"/>
            <a:ext cx="6327648" cy="2221992"/>
          </a:xfrm>
          <a:noFill/>
        </p:spPr>
        <p:txBody>
          <a:bodyPr anchor="b">
            <a:noAutofit/>
          </a:bodyPr>
          <a:lstStyle>
            <a:lvl1pPr algn="l">
              <a:defRPr sz="4800">
                <a:solidFill>
                  <a:schemeClr val="bg1"/>
                </a:solidFill>
              </a:defRPr>
            </a:lvl1pPr>
          </a:lstStyle>
          <a:p>
            <a:r>
              <a:rPr lang="en-US"/>
              <a:t>Click to edit Master title style</a:t>
            </a:r>
            <a:endParaRPr lang="en-US" dirty="0"/>
          </a:p>
        </p:txBody>
      </p:sp>
      <p:sp>
        <p:nvSpPr>
          <p:cNvPr id="2" name="Subtitle 2">
            <a:extLst>
              <a:ext uri="{FF2B5EF4-FFF2-40B4-BE49-F238E27FC236}">
                <a16:creationId xmlns:a16="http://schemas.microsoft.com/office/drawing/2014/main" id="{FB724EDC-0FF4-BC78-C7CF-5B31189CBFC2}"/>
              </a:ext>
            </a:extLst>
          </p:cNvPr>
          <p:cNvSpPr>
            <a:spLocks noGrp="1"/>
          </p:cNvSpPr>
          <p:nvPr>
            <p:ph type="subTitle" idx="1"/>
          </p:nvPr>
        </p:nvSpPr>
        <p:spPr>
          <a:xfrm>
            <a:off x="1627632" y="3428999"/>
            <a:ext cx="6309360" cy="1703439"/>
          </a:xfrm>
          <a:noFill/>
        </p:spPr>
        <p:txBody>
          <a:bodyPr anchor="t">
            <a:normAutofit/>
          </a:bodyPr>
          <a:lstStyle>
            <a:lvl1pPr marL="0" indent="0" algn="l">
              <a:lnSpc>
                <a:spcPct val="130000"/>
              </a:lnSpc>
              <a:spcBef>
                <a:spcPts val="0"/>
              </a:spcBef>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016006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3810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11026140" y="6356350"/>
            <a:ext cx="78486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76" r:id="rId4"/>
    <p:sldLayoutId id="2147483678" r:id="rId5"/>
    <p:sldLayoutId id="2147483684" r:id="rId6"/>
    <p:sldLayoutId id="2147483677" r:id="rId7"/>
    <p:sldLayoutId id="2147483679" r:id="rId8"/>
    <p:sldLayoutId id="2147483680" r:id="rId9"/>
    <p:sldLayoutId id="2147483681" r:id="rId10"/>
    <p:sldLayoutId id="2147483682" r:id="rId11"/>
    <p:sldLayoutId id="2147483683" r:id="rId12"/>
    <p:sldLayoutId id="2147483685" r:id="rId13"/>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13.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bouquet of flowers">
            <a:extLst>
              <a:ext uri="{FF2B5EF4-FFF2-40B4-BE49-F238E27FC236}">
                <a16:creationId xmlns:a16="http://schemas.microsoft.com/office/drawing/2014/main" id="{2E09DD34-43D4-3713-535D-7E9D95D3F4B1}"/>
              </a:ext>
            </a:extLst>
          </p:cNvPr>
          <p:cNvPicPr>
            <a:picLocks noGrp="1" noChangeAspect="1"/>
          </p:cNvPicPr>
          <p:nvPr>
            <p:ph type="pic" sz="quarter" idx="10"/>
          </p:nvPr>
        </p:nvPicPr>
        <p:blipFill>
          <a:blip r:embed="rId2"/>
          <a:srcRect/>
          <a:stretch/>
        </p:blipFill>
        <p:spPr>
          <a:xfrm>
            <a:off x="0" y="0"/>
            <a:ext cx="12192000" cy="6858000"/>
          </a:xfrm>
        </p:spPr>
      </p:pic>
      <p:sp>
        <p:nvSpPr>
          <p:cNvPr id="3" name="Title 2">
            <a:extLst>
              <a:ext uri="{FF2B5EF4-FFF2-40B4-BE49-F238E27FC236}">
                <a16:creationId xmlns:a16="http://schemas.microsoft.com/office/drawing/2014/main" id="{6F9772E4-10E9-13DE-8AE8-35BBB9DD1D9A}"/>
              </a:ext>
            </a:extLst>
          </p:cNvPr>
          <p:cNvSpPr>
            <a:spLocks noGrp="1"/>
          </p:cNvSpPr>
          <p:nvPr>
            <p:ph type="ctrTitle"/>
          </p:nvPr>
        </p:nvSpPr>
        <p:spPr>
          <a:xfrm>
            <a:off x="1408176" y="1463040"/>
            <a:ext cx="6327648" cy="2180543"/>
          </a:xfrm>
        </p:spPr>
        <p:txBody>
          <a:bodyPr/>
          <a:lstStyle/>
          <a:p>
            <a:r>
              <a:rPr lang="en-US" dirty="0"/>
              <a:t>DATA ANAYSIS</a:t>
            </a:r>
          </a:p>
        </p:txBody>
      </p:sp>
      <p:sp>
        <p:nvSpPr>
          <p:cNvPr id="4" name="Subtitle 3">
            <a:extLst>
              <a:ext uri="{FF2B5EF4-FFF2-40B4-BE49-F238E27FC236}">
                <a16:creationId xmlns:a16="http://schemas.microsoft.com/office/drawing/2014/main" id="{F7C09E8F-C241-2F75-70EA-32EC69551E74}"/>
              </a:ext>
            </a:extLst>
          </p:cNvPr>
          <p:cNvSpPr>
            <a:spLocks noGrp="1"/>
          </p:cNvSpPr>
          <p:nvPr>
            <p:ph type="subTitle" idx="1"/>
          </p:nvPr>
        </p:nvSpPr>
        <p:spPr>
          <a:xfrm>
            <a:off x="1911096" y="3995928"/>
            <a:ext cx="5321808" cy="824404"/>
          </a:xfrm>
        </p:spPr>
        <p:txBody>
          <a:bodyPr/>
          <a:lstStyle/>
          <a:p>
            <a:r>
              <a:rPr lang="en-US" dirty="0"/>
              <a:t>MADHURI RAO</a:t>
            </a:r>
          </a:p>
        </p:txBody>
      </p:sp>
      <p:cxnSp>
        <p:nvCxnSpPr>
          <p:cNvPr id="12" name="Straight Connector 11">
            <a:extLst>
              <a:ext uri="{FF2B5EF4-FFF2-40B4-BE49-F238E27FC236}">
                <a16:creationId xmlns:a16="http://schemas.microsoft.com/office/drawing/2014/main" id="{9318DF20-A4C4-3800-A69E-4E11F5A11C08}"/>
              </a:ext>
              <a:ext uri="{C183D7F6-B498-43B3-948B-1728B52AA6E4}">
                <adec:decorative xmlns:adec="http://schemas.microsoft.com/office/drawing/2017/decorative" val="1"/>
              </a:ext>
            </a:extLst>
          </p:cNvPr>
          <p:cNvCxnSpPr>
            <a:cxnSpLocks/>
          </p:cNvCxnSpPr>
          <p:nvPr/>
        </p:nvCxnSpPr>
        <p:spPr>
          <a:xfrm>
            <a:off x="1915117" y="3822700"/>
            <a:ext cx="53213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Plaque 12">
            <a:extLst>
              <a:ext uri="{FF2B5EF4-FFF2-40B4-BE49-F238E27FC236}">
                <a16:creationId xmlns:a16="http://schemas.microsoft.com/office/drawing/2014/main" id="{AC9EB422-5602-36FF-E543-5B0C70E56E9A}"/>
              </a:ext>
              <a:ext uri="{C183D7F6-B498-43B3-948B-1728B52AA6E4}">
                <adec:decorative xmlns:adec="http://schemas.microsoft.com/office/drawing/2017/decorative" val="1"/>
              </a:ext>
            </a:extLst>
          </p:cNvPr>
          <p:cNvSpPr/>
          <p:nvPr/>
        </p:nvSpPr>
        <p:spPr>
          <a:xfrm>
            <a:off x="1184867" y="1269576"/>
            <a:ext cx="6781800" cy="4343824"/>
          </a:xfrm>
          <a:prstGeom prst="plaque">
            <a:avLst>
              <a:gd name="adj" fmla="val 7602"/>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13">
            <a:extLst>
              <a:ext uri="{FF2B5EF4-FFF2-40B4-BE49-F238E27FC236}">
                <a16:creationId xmlns:a16="http://schemas.microsoft.com/office/drawing/2014/main" id="{A053B63A-99EB-DBC1-DE80-E5E5214EF4EE}"/>
              </a:ext>
              <a:ext uri="{C183D7F6-B498-43B3-948B-1728B52AA6E4}">
                <adec:decorative xmlns:adec="http://schemas.microsoft.com/office/drawing/2017/decorative" val="1"/>
              </a:ext>
            </a:extLst>
          </p:cNvPr>
          <p:cNvPicPr>
            <a:picLocks noChangeAspect="1"/>
          </p:cNvPicPr>
          <p:nvPr/>
        </p:nvPicPr>
        <p:blipFill>
          <a:blip r:embed="rId3" cstate="screen">
            <a:extLst>
              <a:ext uri="{BEBA8EAE-BF5A-486C-A8C5-ECC9F3942E4B}">
                <a14:imgProps xmlns:a14="http://schemas.microsoft.com/office/drawing/2010/main">
                  <a14:imgLayer r:embed="rId4">
                    <a14:imgEffect>
                      <a14:saturation sat="35000"/>
                    </a14:imgEffect>
                  </a14:imgLayer>
                </a14:imgProps>
              </a:ext>
              <a:ext uri="{28A0092B-C50C-407E-A947-70E740481C1C}">
                <a14:useLocalDpi xmlns:a14="http://schemas.microsoft.com/office/drawing/2010/main"/>
              </a:ext>
            </a:extLst>
          </a:blip>
          <a:stretch>
            <a:fillRect/>
          </a:stretch>
        </p:blipFill>
        <p:spPr>
          <a:xfrm>
            <a:off x="4089728" y="3681876"/>
            <a:ext cx="972078" cy="285381"/>
          </a:xfrm>
          <a:prstGeom prst="rect">
            <a:avLst/>
          </a:prstGeom>
        </p:spPr>
      </p:pic>
    </p:spTree>
    <p:extLst>
      <p:ext uri="{BB962C8B-B14F-4D97-AF65-F5344CB8AC3E}">
        <p14:creationId xmlns:p14="http://schemas.microsoft.com/office/powerpoint/2010/main" val="858159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title"/>
          </p:nvPr>
        </p:nvSpPr>
        <p:spPr>
          <a:xfrm>
            <a:off x="621792" y="722376"/>
            <a:ext cx="6419088" cy="2350008"/>
          </a:xfrm>
          <a:noFill/>
        </p:spPr>
        <p:txBody>
          <a:bodyPr>
            <a:noAutofit/>
          </a:bodyPr>
          <a:lstStyle/>
          <a:p>
            <a:pPr algn="l" fontAlgn="base"/>
            <a:r>
              <a:rPr lang="en-IN" b="0" i="0" dirty="0">
                <a:effectLst/>
                <a:latin typeface="Roboto" panose="02000000000000000000" pitchFamily="2" charset="0"/>
              </a:rPr>
              <a:t> </a:t>
            </a:r>
            <a:r>
              <a:rPr lang="en-IN" b="0" i="0" dirty="0">
                <a:effectLst/>
                <a:latin typeface="Times New Roman" panose="02020603050405020304" pitchFamily="18" charset="0"/>
                <a:cs typeface="Times New Roman" panose="02020603050405020304" pitchFamily="18" charset="0"/>
              </a:rPr>
              <a:t>Data Analytics in Business</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640079" y="3931920"/>
            <a:ext cx="6419088" cy="1389888"/>
          </a:xfrm>
          <a:noFill/>
        </p:spPr>
        <p:txBody>
          <a:bodyPr>
            <a:normAutofit fontScale="70000" lnSpcReduction="20000"/>
          </a:bodyPr>
          <a:lstStyle/>
          <a:p>
            <a:r>
              <a:rPr lang="en-US" b="0" i="0" dirty="0">
                <a:solidFill>
                  <a:srgbClr val="666666"/>
                </a:solidFill>
                <a:effectLst/>
                <a:latin typeface="Roboto" panose="02000000000000000000" pitchFamily="2" charset="0"/>
              </a:rPr>
              <a:t>Data analytics in business describes collecting, processing, analyzing, and interpreting vast volumes of data, extracting meaningful insights, trends, and patterns that can guide and inform strategic decisions, improve operational efficiency, and foster overall business growth</a:t>
            </a:r>
            <a:endParaRPr lang="en-US" dirty="0"/>
          </a:p>
        </p:txBody>
      </p:sp>
      <p:pic>
        <p:nvPicPr>
          <p:cNvPr id="9" name="Picture Placeholder 5" descr="A group of orange flowers">
            <a:extLst>
              <a:ext uri="{FF2B5EF4-FFF2-40B4-BE49-F238E27FC236}">
                <a16:creationId xmlns:a16="http://schemas.microsoft.com/office/drawing/2014/main" id="{B0E612D5-D631-0C31-BE9E-287392433299}"/>
              </a:ext>
            </a:extLst>
          </p:cNvPr>
          <p:cNvPicPr>
            <a:picLocks noGrp="1" noChangeAspect="1"/>
          </p:cNvPicPr>
          <p:nvPr>
            <p:ph type="pic" sz="quarter" idx="13"/>
          </p:nvPr>
        </p:nvPicPr>
        <p:blipFill rotWithShape="1">
          <a:blip r:embed="rId3" cstate="screen">
            <a:extLst>
              <a:ext uri="{BEBA8EAE-BF5A-486C-A8C5-ECC9F3942E4B}">
                <a14:imgProps xmlns:a14="http://schemas.microsoft.com/office/drawing/2010/main">
                  <a14:imgLayer r:embed="rId4">
                    <a14:imgEffect>
                      <a14:colorTemperature colorTemp="6501"/>
                    </a14:imgEffect>
                    <a14:imgEffect>
                      <a14:saturation sat="62000"/>
                    </a14:imgEffect>
                  </a14:imgLayer>
                </a14:imgProps>
              </a:ext>
              <a:ext uri="{28A0092B-C50C-407E-A947-70E740481C1C}">
                <a14:useLocalDpi xmlns:a14="http://schemas.microsoft.com/office/drawing/2010/main"/>
              </a:ext>
            </a:extLst>
          </a:blip>
          <a:srcRect/>
          <a:stretch/>
        </p:blipFill>
        <p:spPr>
          <a:xfrm>
            <a:off x="7754488" y="0"/>
            <a:ext cx="4434464" cy="6858000"/>
          </a:xfrm>
          <a:solidFill>
            <a:schemeClr val="bg1">
              <a:lumMod val="95000"/>
            </a:schemeClr>
          </a:solidFill>
        </p:spPr>
      </p:pic>
    </p:spTree>
    <p:extLst>
      <p:ext uri="{BB962C8B-B14F-4D97-AF65-F5344CB8AC3E}">
        <p14:creationId xmlns:p14="http://schemas.microsoft.com/office/powerpoint/2010/main" val="3541873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EBFBF-F8B0-D44E-B6BF-4A0429AC3B0F}"/>
              </a:ext>
            </a:extLst>
          </p:cNvPr>
          <p:cNvSpPr>
            <a:spLocks noGrp="1"/>
          </p:cNvSpPr>
          <p:nvPr>
            <p:ph type="title"/>
          </p:nvPr>
        </p:nvSpPr>
        <p:spPr>
          <a:xfrm>
            <a:off x="932688" y="228600"/>
            <a:ext cx="9528048" cy="1600200"/>
          </a:xfrm>
        </p:spPr>
        <p:txBody>
          <a:bodyPr/>
          <a:lstStyle/>
          <a:p>
            <a:r>
              <a:rPr lang="en-US" dirty="0"/>
              <a:t>Dynamic delivery</a:t>
            </a:r>
          </a:p>
        </p:txBody>
      </p:sp>
      <p:sp>
        <p:nvSpPr>
          <p:cNvPr id="3" name="Footer Placeholder 2">
            <a:extLst>
              <a:ext uri="{FF2B5EF4-FFF2-40B4-BE49-F238E27FC236}">
                <a16:creationId xmlns:a16="http://schemas.microsoft.com/office/drawing/2014/main" id="{68A848C7-243A-AE13-E323-3C71FD8DA6C6}"/>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4DC69194-7927-A259-0C43-EE59A460354E}"/>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3</a:t>
            </a:fld>
            <a:endParaRPr lang="en-US" dirty="0"/>
          </a:p>
        </p:txBody>
      </p:sp>
      <p:pic>
        <p:nvPicPr>
          <p:cNvPr id="11" name="Content Placeholder 10">
            <a:extLst>
              <a:ext uri="{FF2B5EF4-FFF2-40B4-BE49-F238E27FC236}">
                <a16:creationId xmlns:a16="http://schemas.microsoft.com/office/drawing/2014/main" id="{7C2F32ED-B123-34F6-22D3-34A1BC0A6B7A}"/>
              </a:ext>
            </a:extLst>
          </p:cNvPr>
          <p:cNvPicPr>
            <a:picLocks noGrp="1" noChangeAspect="1"/>
          </p:cNvPicPr>
          <p:nvPr>
            <p:ph sz="quarter" idx="13"/>
          </p:nvPr>
        </p:nvPicPr>
        <p:blipFill>
          <a:blip r:embed="rId2"/>
          <a:stretch>
            <a:fillRect/>
          </a:stretch>
        </p:blipFill>
        <p:spPr>
          <a:xfrm>
            <a:off x="1911318" y="2524003"/>
            <a:ext cx="8549418" cy="3137144"/>
          </a:xfrm>
          <a:prstGeom prst="rect">
            <a:avLst/>
          </a:prstGeom>
        </p:spPr>
      </p:pic>
    </p:spTree>
    <p:extLst>
      <p:ext uri="{BB962C8B-B14F-4D97-AF65-F5344CB8AC3E}">
        <p14:creationId xmlns:p14="http://schemas.microsoft.com/office/powerpoint/2010/main" val="898190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8323" y="1408176"/>
            <a:ext cx="4226789" cy="4014216"/>
          </a:xfrm>
          <a:noFill/>
        </p:spPr>
        <p:txBody>
          <a:bodyPr>
            <a:normAutofit/>
          </a:bodyPr>
          <a:lstStyle/>
          <a:p>
            <a:pPr algn="l" fontAlgn="base"/>
            <a:r>
              <a:rPr lang="en-US" b="0" i="0" dirty="0">
                <a:effectLst/>
                <a:cs typeface="Times New Roman" panose="02020603050405020304" pitchFamily="18" charset="0"/>
              </a:rPr>
              <a:t>How</a:t>
            </a:r>
            <a:r>
              <a:rPr lang="en-US" b="0" i="0" dirty="0">
                <a:effectLst/>
                <a:latin typeface="Times New Roman" panose="02020603050405020304" pitchFamily="18" charset="0"/>
                <a:cs typeface="Times New Roman" panose="02020603050405020304" pitchFamily="18" charset="0"/>
              </a:rPr>
              <a:t> Do You  Conduct Business  Analytics</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sz="quarter" idx="12"/>
          </p:nvPr>
        </p:nvSpPr>
        <p:spPr>
          <a:xfrm>
            <a:off x="5606157" y="738751"/>
            <a:ext cx="5696712" cy="5584722"/>
          </a:xfrm>
          <a:noFill/>
        </p:spPr>
        <p:txBody>
          <a:bodyPr vert="horz" lIns="91440" tIns="45720" rIns="91440" bIns="45720" rtlCol="0" anchor="t">
            <a:normAutofit fontScale="77500" lnSpcReduction="20000"/>
          </a:bodyPr>
          <a:lstStyle/>
          <a:p>
            <a:pPr algn="l" fontAlgn="base">
              <a:buFont typeface="Arial" panose="020B0604020202020204" pitchFamily="34" charset="0"/>
              <a:buChar char="•"/>
            </a:pPr>
            <a:r>
              <a:rPr lang="en-US" b="1" i="0" dirty="0">
                <a:solidFill>
                  <a:srgbClr val="666666"/>
                </a:solidFill>
                <a:effectLst/>
                <a:latin typeface="Roboto" panose="02000000000000000000" pitchFamily="2" charset="0"/>
              </a:rPr>
              <a:t>Data Collection</a:t>
            </a:r>
            <a:r>
              <a:rPr lang="en-US" b="0" i="0" dirty="0">
                <a:solidFill>
                  <a:srgbClr val="666666"/>
                </a:solidFill>
                <a:effectLst/>
                <a:latin typeface="Roboto" panose="02000000000000000000" pitchFamily="2" charset="0"/>
              </a:rPr>
              <a:t>. Collecting relevant data from different sources, which includes marketing campaigns, customer interactions, operational processes, sales transactions, and external market data.</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Data Processing</a:t>
            </a:r>
            <a:r>
              <a:rPr lang="en-US" b="0" i="0" dirty="0">
                <a:solidFill>
                  <a:srgbClr val="666666"/>
                </a:solidFill>
                <a:effectLst/>
                <a:latin typeface="Roboto" panose="02000000000000000000" pitchFamily="2" charset="0"/>
              </a:rPr>
              <a:t>. Cleaning, organizing, and preparing the collected data for analysis to ensure its accuracy and consistency.</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Data Analysis.</a:t>
            </a:r>
            <a:r>
              <a:rPr lang="en-US" b="0" i="0" dirty="0">
                <a:solidFill>
                  <a:srgbClr val="666666"/>
                </a:solidFill>
                <a:effectLst/>
                <a:latin typeface="Roboto" panose="02000000000000000000" pitchFamily="2" charset="0"/>
              </a:rPr>
              <a:t> Applying mathematical, statistical, and machine learning techniques to discover correlations, patterns, and insights within the processed data.</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Data Interpretation</a:t>
            </a:r>
            <a:r>
              <a:rPr lang="en-US" b="0" i="0" dirty="0">
                <a:solidFill>
                  <a:srgbClr val="666666"/>
                </a:solidFill>
                <a:effectLst/>
                <a:latin typeface="Roboto" panose="02000000000000000000" pitchFamily="2" charset="0"/>
              </a:rPr>
              <a:t>. Interpreting the data analysis results in deriving actionable insights and conclusions that can improve the likelihood of better decision-making.</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Decision Making.</a:t>
            </a:r>
            <a:r>
              <a:rPr lang="en-US" b="0" i="0" dirty="0">
                <a:solidFill>
                  <a:srgbClr val="666666"/>
                </a:solidFill>
                <a:effectLst/>
                <a:latin typeface="Roboto" panose="02000000000000000000" pitchFamily="2" charset="0"/>
              </a:rPr>
              <a:t> Employing the insights from data analysis to make informed decisions that will impact different areas of the organization, such as marketing strategies, resource allocation, product development, etc.</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Continuous Improvement</a:t>
            </a:r>
            <a:r>
              <a:rPr lang="en-US" b="0" i="0" dirty="0">
                <a:solidFill>
                  <a:srgbClr val="666666"/>
                </a:solidFill>
                <a:effectLst/>
                <a:latin typeface="Roboto" panose="02000000000000000000" pitchFamily="2" charset="0"/>
              </a:rPr>
              <a:t>. Monitoring and evaluating decision outcomes based on data analytics, then refining and adjusting the strategies over time-based on subsequently obtained data and insights.</a:t>
            </a:r>
          </a:p>
        </p:txBody>
      </p:sp>
      <p:sp>
        <p:nvSpPr>
          <p:cNvPr id="4" name="Footer Placeholder 3">
            <a:extLst>
              <a:ext uri="{FF2B5EF4-FFF2-40B4-BE49-F238E27FC236}">
                <a16:creationId xmlns:a16="http://schemas.microsoft.com/office/drawing/2014/main" id="{2B8D929C-9009-957F-5897-9AA1649E6C70}"/>
              </a:ext>
            </a:extLst>
          </p:cNvPr>
          <p:cNvSpPr>
            <a:spLocks noGrp="1"/>
          </p:cNvSpPr>
          <p:nvPr>
            <p:ph type="ftr" sz="quarter" idx="10"/>
          </p:nvPr>
        </p:nvSpPr>
        <p:spPr/>
        <p:txBody>
          <a:bodyPr/>
          <a:lstStyle/>
          <a:p>
            <a:r>
              <a:rPr lang="en-US" dirty="0"/>
              <a:t>DATA ANALYSIS</a:t>
            </a:r>
          </a:p>
        </p:txBody>
      </p:sp>
      <p:sp>
        <p:nvSpPr>
          <p:cNvPr id="5" name="Slide Number Placeholder 4">
            <a:extLst>
              <a:ext uri="{FF2B5EF4-FFF2-40B4-BE49-F238E27FC236}">
                <a16:creationId xmlns:a16="http://schemas.microsoft.com/office/drawing/2014/main" id="{4398EC13-CC66-14BE-C305-D90EB840C4EC}"/>
              </a:ext>
            </a:extLst>
          </p:cNvPr>
          <p:cNvSpPr>
            <a:spLocks noGrp="1"/>
          </p:cNvSpPr>
          <p:nvPr>
            <p:ph type="sldNum" sz="quarter" idx="11"/>
          </p:nvPr>
        </p:nvSpPr>
        <p:spPr/>
        <p:txBody>
          <a:bodyPr/>
          <a:lstStyle/>
          <a:p>
            <a:fld id="{294A09A9-5501-47C1-A89A-A340965A2BE2}" type="slidenum">
              <a:rPr lang="en-US" smtClean="0"/>
              <a:pPr/>
              <a:t>4</a:t>
            </a:fld>
            <a:endParaRPr lang="en-US" dirty="0"/>
          </a:p>
        </p:txBody>
      </p:sp>
    </p:spTree>
    <p:extLst>
      <p:ext uri="{BB962C8B-B14F-4D97-AF65-F5344CB8AC3E}">
        <p14:creationId xmlns:p14="http://schemas.microsoft.com/office/powerpoint/2010/main" val="1902424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9443C06-A530-329A-9ECC-3E0484827D92}"/>
              </a:ext>
            </a:extLst>
          </p:cNvPr>
          <p:cNvSpPr>
            <a:spLocks noGrp="1"/>
          </p:cNvSpPr>
          <p:nvPr>
            <p:ph type="title"/>
          </p:nvPr>
        </p:nvSpPr>
        <p:spPr>
          <a:xfrm>
            <a:off x="8101584" y="1408176"/>
            <a:ext cx="3392424" cy="4014216"/>
          </a:xfrm>
        </p:spPr>
        <p:txBody>
          <a:bodyPr/>
          <a:lstStyle/>
          <a:p>
            <a:pPr algn="l" fontAlgn="base"/>
            <a:r>
              <a:rPr lang="en-US" b="0" i="0" dirty="0">
                <a:effectLst/>
                <a:latin typeface="Roboto" panose="02000000000000000000" pitchFamily="2" charset="0"/>
              </a:rPr>
              <a:t>The Four Types of Data Analytics</a:t>
            </a:r>
          </a:p>
        </p:txBody>
      </p:sp>
      <p:sp>
        <p:nvSpPr>
          <p:cNvPr id="10" name="Content Placeholder 9">
            <a:extLst>
              <a:ext uri="{FF2B5EF4-FFF2-40B4-BE49-F238E27FC236}">
                <a16:creationId xmlns:a16="http://schemas.microsoft.com/office/drawing/2014/main" id="{ED45388B-F6C6-3BAE-BC81-AD233BEC8586}"/>
              </a:ext>
            </a:extLst>
          </p:cNvPr>
          <p:cNvSpPr>
            <a:spLocks noGrp="1"/>
          </p:cNvSpPr>
          <p:nvPr>
            <p:ph sz="quarter" idx="12"/>
          </p:nvPr>
        </p:nvSpPr>
        <p:spPr>
          <a:xfrm>
            <a:off x="0" y="685800"/>
            <a:ext cx="7030065" cy="1563624"/>
          </a:xfrm>
        </p:spPr>
        <p:txBody>
          <a:bodyPr/>
          <a:lstStyle/>
          <a:p>
            <a:pPr algn="l" fontAlgn="base"/>
            <a:r>
              <a:rPr lang="en-IN" b="0" i="0" dirty="0">
                <a:effectLst/>
                <a:latin typeface="Roboto" panose="02000000000000000000" pitchFamily="2" charset="0"/>
              </a:rPr>
              <a:t>Descriptive Analytics (</a:t>
            </a:r>
            <a:r>
              <a:rPr lang="en-IN" b="0" i="0" dirty="0">
                <a:solidFill>
                  <a:srgbClr val="666666"/>
                </a:solidFill>
                <a:effectLst/>
                <a:latin typeface="Roboto" panose="02000000000000000000" pitchFamily="2" charset="0"/>
              </a:rPr>
              <a:t>“What has happened?”)</a:t>
            </a:r>
            <a:endParaRPr lang="en-IN" b="0" i="0" dirty="0">
              <a:effectLst/>
              <a:latin typeface="Roboto" panose="02000000000000000000" pitchFamily="2" charset="0"/>
            </a:endParaRPr>
          </a:p>
          <a:p>
            <a:pPr algn="l" fontAlgn="base"/>
            <a:r>
              <a:rPr lang="en-IN" b="0" i="0" dirty="0">
                <a:effectLst/>
                <a:latin typeface="Roboto" panose="02000000000000000000" pitchFamily="2" charset="0"/>
              </a:rPr>
              <a:t>Diagnostic Analytics (</a:t>
            </a:r>
            <a:r>
              <a:rPr lang="en-IN" b="0" i="0" dirty="0">
                <a:solidFill>
                  <a:srgbClr val="666666"/>
                </a:solidFill>
                <a:effectLst/>
                <a:latin typeface="Roboto" panose="02000000000000000000" pitchFamily="2" charset="0"/>
              </a:rPr>
              <a:t>“Why did this happen?”)</a:t>
            </a:r>
            <a:endParaRPr lang="en-IN" b="0" i="0" dirty="0">
              <a:effectLst/>
              <a:latin typeface="Roboto" panose="02000000000000000000" pitchFamily="2" charset="0"/>
            </a:endParaRPr>
          </a:p>
          <a:p>
            <a:pPr algn="l" fontAlgn="base"/>
            <a:r>
              <a:rPr lang="en-IN" b="0" i="0" dirty="0">
                <a:effectLst/>
                <a:latin typeface="Roboto" panose="02000000000000000000" pitchFamily="2" charset="0"/>
              </a:rPr>
              <a:t>Predictive Analytics (</a:t>
            </a:r>
            <a:r>
              <a:rPr lang="en-US" b="0" i="0" dirty="0">
                <a:solidFill>
                  <a:srgbClr val="666666"/>
                </a:solidFill>
                <a:effectLst/>
                <a:latin typeface="Roboto" panose="02000000000000000000" pitchFamily="2" charset="0"/>
              </a:rPr>
              <a:t>“What will happen in the future?”)</a:t>
            </a:r>
            <a:endParaRPr lang="en-US" dirty="0">
              <a:solidFill>
                <a:srgbClr val="666666"/>
              </a:solidFill>
              <a:latin typeface="Roboto" panose="02000000000000000000" pitchFamily="2" charset="0"/>
            </a:endParaRPr>
          </a:p>
          <a:p>
            <a:pPr fontAlgn="base"/>
            <a:r>
              <a:rPr lang="en-IN" b="0" i="0" dirty="0">
                <a:effectLst/>
                <a:latin typeface="Roboto" panose="02000000000000000000" pitchFamily="2" charset="0"/>
              </a:rPr>
              <a:t>Prescriptive Analytics (</a:t>
            </a:r>
            <a:r>
              <a:rPr lang="en-IN" b="0" i="0" dirty="0">
                <a:solidFill>
                  <a:srgbClr val="666666"/>
                </a:solidFill>
                <a:effectLst/>
                <a:latin typeface="Roboto" panose="02000000000000000000" pitchFamily="2" charset="0"/>
              </a:rPr>
              <a:t>“What should we do?”)</a:t>
            </a:r>
            <a:endParaRPr lang="en-IN" b="0" i="0" dirty="0">
              <a:effectLst/>
              <a:latin typeface="Roboto" panose="02000000000000000000" pitchFamily="2" charset="0"/>
            </a:endParaRPr>
          </a:p>
          <a:p>
            <a:pPr marL="0" indent="0" algn="l" fontAlgn="base">
              <a:buNone/>
            </a:pPr>
            <a:endParaRPr lang="en-IN" b="0" i="0" dirty="0">
              <a:effectLst/>
              <a:latin typeface="Roboto" panose="02000000000000000000" pitchFamily="2" charset="0"/>
            </a:endParaRPr>
          </a:p>
          <a:p>
            <a:endParaRPr lang="en-US" dirty="0"/>
          </a:p>
        </p:txBody>
      </p:sp>
      <p:sp>
        <p:nvSpPr>
          <p:cNvPr id="2" name="Footer Placeholder 1">
            <a:extLst>
              <a:ext uri="{FF2B5EF4-FFF2-40B4-BE49-F238E27FC236}">
                <a16:creationId xmlns:a16="http://schemas.microsoft.com/office/drawing/2014/main" id="{EC4E5619-0985-32B6-EC73-AFBCAB2F1CFA}"/>
              </a:ext>
            </a:extLst>
          </p:cNvPr>
          <p:cNvSpPr>
            <a:spLocks noGrp="1"/>
          </p:cNvSpPr>
          <p:nvPr>
            <p:ph type="ftr" sz="quarter" idx="10"/>
          </p:nvPr>
        </p:nvSpPr>
        <p:spPr>
          <a:xfrm>
            <a:off x="932688" y="6356350"/>
            <a:ext cx="4114800" cy="365125"/>
          </a:xfrm>
        </p:spPr>
        <p:txBody>
          <a:bodyPr/>
          <a:lstStyle/>
          <a:p>
            <a:r>
              <a:rPr lang="en-US" dirty="0"/>
              <a:t>DATA ANALYSIS</a:t>
            </a:r>
          </a:p>
        </p:txBody>
      </p:sp>
      <p:sp>
        <p:nvSpPr>
          <p:cNvPr id="3" name="Slide Number Placeholder 2">
            <a:extLst>
              <a:ext uri="{FF2B5EF4-FFF2-40B4-BE49-F238E27FC236}">
                <a16:creationId xmlns:a16="http://schemas.microsoft.com/office/drawing/2014/main" id="{4302C321-51E3-42FB-272E-92F2DCF5A916}"/>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5</a:t>
            </a:fld>
            <a:endParaRPr lang="en-US" dirty="0"/>
          </a:p>
        </p:txBody>
      </p:sp>
      <p:pic>
        <p:nvPicPr>
          <p:cNvPr id="4" name="Picture 3">
            <a:extLst>
              <a:ext uri="{FF2B5EF4-FFF2-40B4-BE49-F238E27FC236}">
                <a16:creationId xmlns:a16="http://schemas.microsoft.com/office/drawing/2014/main" id="{7BE46DCC-0277-D45F-8D48-AC7814878894}"/>
              </a:ext>
            </a:extLst>
          </p:cNvPr>
          <p:cNvPicPr>
            <a:picLocks noChangeAspect="1"/>
          </p:cNvPicPr>
          <p:nvPr/>
        </p:nvPicPr>
        <p:blipFill>
          <a:blip r:embed="rId2"/>
          <a:stretch>
            <a:fillRect/>
          </a:stretch>
        </p:blipFill>
        <p:spPr>
          <a:xfrm>
            <a:off x="932688" y="3235133"/>
            <a:ext cx="5407742" cy="304185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512396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057FFDB-DFEC-7174-F23F-20C423A03C6A}"/>
              </a:ext>
            </a:extLst>
          </p:cNvPr>
          <p:cNvSpPr>
            <a:spLocks noGrp="1"/>
          </p:cNvSpPr>
          <p:nvPr>
            <p:ph type="title"/>
          </p:nvPr>
        </p:nvSpPr>
        <p:spPr>
          <a:xfrm>
            <a:off x="5193792" y="557784"/>
            <a:ext cx="6419088" cy="1929384"/>
          </a:xfrm>
        </p:spPr>
        <p:txBody>
          <a:bodyPr/>
          <a:lstStyle/>
          <a:p>
            <a:pPr algn="l" fontAlgn="base"/>
            <a:r>
              <a:rPr lang="en-US" b="0" i="0" dirty="0">
                <a:effectLst/>
                <a:latin typeface="Roboto" panose="02000000000000000000" pitchFamily="2" charset="0"/>
              </a:rPr>
              <a:t>Advantages of Data Analytics in Business</a:t>
            </a:r>
          </a:p>
        </p:txBody>
      </p:sp>
      <p:pic>
        <p:nvPicPr>
          <p:cNvPr id="8" name="Picture Placeholder 7" descr="Close up of yellow flowers">
            <a:extLst>
              <a:ext uri="{FF2B5EF4-FFF2-40B4-BE49-F238E27FC236}">
                <a16:creationId xmlns:a16="http://schemas.microsoft.com/office/drawing/2014/main" id="{A30CECCA-DB43-3EBC-1ED9-4E7CD74EE3E3}"/>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0" y="0"/>
            <a:ext cx="4434464" cy="6858000"/>
          </a:xfrm>
        </p:spPr>
      </p:pic>
      <p:sp>
        <p:nvSpPr>
          <p:cNvPr id="4" name="Content Placeholder 3">
            <a:extLst>
              <a:ext uri="{FF2B5EF4-FFF2-40B4-BE49-F238E27FC236}">
                <a16:creationId xmlns:a16="http://schemas.microsoft.com/office/drawing/2014/main" id="{D6F3EE20-53E0-0C62-809D-211B05B88043}"/>
              </a:ext>
            </a:extLst>
          </p:cNvPr>
          <p:cNvSpPr>
            <a:spLocks noGrp="1"/>
          </p:cNvSpPr>
          <p:nvPr>
            <p:ph sz="quarter" idx="12"/>
          </p:nvPr>
        </p:nvSpPr>
        <p:spPr>
          <a:xfrm>
            <a:off x="5193792" y="3092442"/>
            <a:ext cx="6227064" cy="3131378"/>
          </a:xfrm>
        </p:spPr>
        <p:txBody>
          <a:bodyPr/>
          <a:lstStyle/>
          <a:p>
            <a:pPr marL="342900" indent="-342900">
              <a:buFont typeface="Arial" panose="020B0604020202020204" pitchFamily="34" charset="0"/>
              <a:buChar char="•"/>
            </a:pPr>
            <a:r>
              <a:rPr lang="en-IN" b="1" i="0" dirty="0">
                <a:solidFill>
                  <a:srgbClr val="666666"/>
                </a:solidFill>
                <a:effectLst/>
                <a:latin typeface="Roboto" panose="02000000000000000000" pitchFamily="2" charset="0"/>
              </a:rPr>
              <a:t>Improving efficiency.</a:t>
            </a:r>
            <a:r>
              <a:rPr lang="en-IN" b="0" i="0" dirty="0">
                <a:solidFill>
                  <a:srgbClr val="666666"/>
                </a:solidFill>
                <a:effectLst/>
                <a:latin typeface="Roboto" panose="02000000000000000000" pitchFamily="2" charset="0"/>
              </a:rPr>
              <a:t> </a:t>
            </a:r>
          </a:p>
          <a:p>
            <a:pPr marL="342900" indent="-342900">
              <a:buFont typeface="Arial" panose="020B0604020202020204" pitchFamily="34" charset="0"/>
              <a:buChar char="•"/>
            </a:pPr>
            <a:r>
              <a:rPr lang="en-IN" b="1" i="0" dirty="0">
                <a:solidFill>
                  <a:srgbClr val="666666"/>
                </a:solidFill>
                <a:effectLst/>
                <a:latin typeface="Roboto" panose="02000000000000000000" pitchFamily="2" charset="0"/>
              </a:rPr>
              <a:t>Making better decisions.</a:t>
            </a:r>
            <a:r>
              <a:rPr lang="en-IN" b="0" i="0" dirty="0">
                <a:solidFill>
                  <a:srgbClr val="666666"/>
                </a:solidFill>
                <a:effectLst/>
                <a:latin typeface="Roboto" panose="02000000000000000000" pitchFamily="2" charset="0"/>
              </a:rPr>
              <a:t> </a:t>
            </a:r>
            <a:endParaRPr lang="en-IN" dirty="0">
              <a:solidFill>
                <a:srgbClr val="666666"/>
              </a:solidFill>
              <a:latin typeface="Roboto" panose="02000000000000000000" pitchFamily="2" charset="0"/>
            </a:endParaRPr>
          </a:p>
          <a:p>
            <a:pPr marL="342900" indent="-342900">
              <a:buFont typeface="Arial" panose="020B0604020202020204" pitchFamily="34" charset="0"/>
              <a:buChar char="•"/>
            </a:pPr>
            <a:r>
              <a:rPr lang="en-IN" b="1" i="0" dirty="0">
                <a:solidFill>
                  <a:srgbClr val="666666"/>
                </a:solidFill>
                <a:effectLst/>
                <a:latin typeface="Roboto" panose="02000000000000000000" pitchFamily="2" charset="0"/>
              </a:rPr>
              <a:t>Reducing costs.</a:t>
            </a:r>
            <a:r>
              <a:rPr lang="en-IN" b="0" i="0" dirty="0">
                <a:solidFill>
                  <a:srgbClr val="666666"/>
                </a:solidFill>
                <a:effectLst/>
                <a:latin typeface="Roboto" panose="02000000000000000000" pitchFamily="2" charset="0"/>
              </a:rPr>
              <a:t> </a:t>
            </a:r>
          </a:p>
          <a:p>
            <a:pPr marL="342900" indent="-342900">
              <a:buFont typeface="Arial" panose="020B0604020202020204" pitchFamily="34" charset="0"/>
              <a:buChar char="•"/>
            </a:pPr>
            <a:r>
              <a:rPr lang="en-IN" b="1" i="0" dirty="0">
                <a:solidFill>
                  <a:srgbClr val="666666"/>
                </a:solidFill>
                <a:effectLst/>
                <a:latin typeface="Roboto" panose="02000000000000000000" pitchFamily="2" charset="0"/>
              </a:rPr>
              <a:t>Increasing revenue</a:t>
            </a:r>
            <a:endParaRPr lang="en-IN" dirty="0">
              <a:solidFill>
                <a:srgbClr val="666666"/>
              </a:solidFill>
              <a:latin typeface="Roboto" panose="02000000000000000000" pitchFamily="2" charset="0"/>
            </a:endParaRPr>
          </a:p>
          <a:p>
            <a:pPr marL="342900" indent="-342900">
              <a:buFont typeface="Arial" panose="020B0604020202020204" pitchFamily="34" charset="0"/>
              <a:buChar char="•"/>
            </a:pPr>
            <a:r>
              <a:rPr lang="en-US" b="1" i="0" dirty="0">
                <a:solidFill>
                  <a:srgbClr val="666666"/>
                </a:solidFill>
                <a:effectLst/>
                <a:latin typeface="Roboto" panose="02000000000000000000" pitchFamily="2" charset="0"/>
              </a:rPr>
              <a:t>Making the business more competitive.</a:t>
            </a:r>
            <a:endParaRPr lang="en-US" dirty="0"/>
          </a:p>
        </p:txBody>
      </p:sp>
      <p:sp>
        <p:nvSpPr>
          <p:cNvPr id="2" name="Footer Placeholder 1">
            <a:extLst>
              <a:ext uri="{FF2B5EF4-FFF2-40B4-BE49-F238E27FC236}">
                <a16:creationId xmlns:a16="http://schemas.microsoft.com/office/drawing/2014/main" id="{0BF157F0-FCC9-135B-D7C0-66741C62659A}"/>
              </a:ext>
            </a:extLst>
          </p:cNvPr>
          <p:cNvSpPr>
            <a:spLocks noGrp="1"/>
          </p:cNvSpPr>
          <p:nvPr>
            <p:ph type="ftr" sz="quarter" idx="10"/>
          </p:nvPr>
        </p:nvSpPr>
        <p:spPr>
          <a:xfrm>
            <a:off x="5193792" y="6356350"/>
            <a:ext cx="4114800" cy="365125"/>
          </a:xfrm>
        </p:spPr>
        <p:txBody>
          <a:bodyPr/>
          <a:lstStyle/>
          <a:p>
            <a:r>
              <a:rPr lang="en-US" dirty="0"/>
              <a:t>Presentation title</a:t>
            </a:r>
          </a:p>
        </p:txBody>
      </p:sp>
      <p:sp>
        <p:nvSpPr>
          <p:cNvPr id="3" name="Slide Number Placeholder 2">
            <a:extLst>
              <a:ext uri="{FF2B5EF4-FFF2-40B4-BE49-F238E27FC236}">
                <a16:creationId xmlns:a16="http://schemas.microsoft.com/office/drawing/2014/main" id="{B8F090ED-AB65-F860-A6D0-5F6E60E175E5}"/>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6</a:t>
            </a:fld>
            <a:endParaRPr lang="en-US" dirty="0"/>
          </a:p>
        </p:txBody>
      </p:sp>
    </p:spTree>
    <p:extLst>
      <p:ext uri="{BB962C8B-B14F-4D97-AF65-F5344CB8AC3E}">
        <p14:creationId xmlns:p14="http://schemas.microsoft.com/office/powerpoint/2010/main" val="2069428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246B-8AB7-A0C9-C6DD-5D9F49D5BC37}"/>
              </a:ext>
            </a:extLst>
          </p:cNvPr>
          <p:cNvSpPr>
            <a:spLocks noGrp="1"/>
          </p:cNvSpPr>
          <p:nvPr>
            <p:ph type="title"/>
          </p:nvPr>
        </p:nvSpPr>
        <p:spPr>
          <a:xfrm>
            <a:off x="932688" y="228600"/>
            <a:ext cx="9528048" cy="1600200"/>
          </a:xfrm>
        </p:spPr>
        <p:txBody>
          <a:bodyPr/>
          <a:lstStyle/>
          <a:p>
            <a:pPr algn="l" fontAlgn="base"/>
            <a:r>
              <a:rPr lang="en-US" b="0" i="0" dirty="0">
                <a:effectLst/>
                <a:latin typeface="Roboto" panose="02000000000000000000" pitchFamily="2" charset="0"/>
              </a:rPr>
              <a:t>Data Analytics Improve Business Management?</a:t>
            </a:r>
          </a:p>
        </p:txBody>
      </p:sp>
      <p:sp>
        <p:nvSpPr>
          <p:cNvPr id="5" name="Content Placeholder 4">
            <a:extLst>
              <a:ext uri="{FF2B5EF4-FFF2-40B4-BE49-F238E27FC236}">
                <a16:creationId xmlns:a16="http://schemas.microsoft.com/office/drawing/2014/main" id="{B20DCAFD-6C4D-D08A-CF94-0DA099CE4B5A}"/>
              </a:ext>
            </a:extLst>
          </p:cNvPr>
          <p:cNvSpPr>
            <a:spLocks noGrp="1"/>
          </p:cNvSpPr>
          <p:nvPr>
            <p:ph sz="quarter" idx="12"/>
          </p:nvPr>
        </p:nvSpPr>
        <p:spPr>
          <a:xfrm>
            <a:off x="824533" y="2137336"/>
            <a:ext cx="10728370" cy="4219014"/>
          </a:xfrm>
        </p:spPr>
        <p:txBody>
          <a:bodyPr>
            <a:normAutofit fontScale="92500" lnSpcReduction="10000"/>
          </a:bodyPr>
          <a:lstStyle/>
          <a:p>
            <a:pPr algn="l" fontAlgn="base">
              <a:buFont typeface="Arial" panose="020B0604020202020204" pitchFamily="34" charset="0"/>
              <a:buChar char="•"/>
            </a:pPr>
            <a:r>
              <a:rPr lang="en-US" b="1" i="0" dirty="0">
                <a:solidFill>
                  <a:srgbClr val="666666"/>
                </a:solidFill>
                <a:effectLst/>
                <a:latin typeface="Roboto" panose="02000000000000000000" pitchFamily="2" charset="0"/>
              </a:rPr>
              <a:t>Customer insights.</a:t>
            </a:r>
            <a:r>
              <a:rPr lang="en-US" b="0" i="0" dirty="0">
                <a:solidFill>
                  <a:srgbClr val="666666"/>
                </a:solidFill>
                <a:effectLst/>
                <a:latin typeface="Roboto" panose="02000000000000000000" pitchFamily="2" charset="0"/>
              </a:rPr>
              <a:t> Data analytics offers a deeper understanding of customer behavior, buying patterns, and preferences, allowing businesses to tailor products and services to the consumers’ needs.</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Competitive advantage</a:t>
            </a:r>
            <a:r>
              <a:rPr lang="en-US" b="0" i="0" dirty="0">
                <a:solidFill>
                  <a:srgbClr val="666666"/>
                </a:solidFill>
                <a:effectLst/>
                <a:latin typeface="Roboto" panose="02000000000000000000" pitchFamily="2" charset="0"/>
              </a:rPr>
              <a:t>. Leveraging data analytics gives businesses a competitive edge by staying current on market trends, responding quickly to changes, and outperforming their competitors.</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Informed decision-making. </a:t>
            </a:r>
            <a:r>
              <a:rPr lang="en-US" b="0" i="0" dirty="0">
                <a:solidFill>
                  <a:srgbClr val="666666"/>
                </a:solidFill>
                <a:effectLst/>
                <a:latin typeface="Roboto" panose="02000000000000000000" pitchFamily="2" charset="0"/>
              </a:rPr>
              <a:t>Data analytics lets businesses strategically use real-time insights and trends, reducing reliance on guesswork, hunches, and intuition.</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Identifying hidden opportunities.</a:t>
            </a:r>
            <a:r>
              <a:rPr lang="en-US" b="0" i="0" dirty="0">
                <a:solidFill>
                  <a:srgbClr val="666666"/>
                </a:solidFill>
                <a:effectLst/>
                <a:latin typeface="Roboto" panose="02000000000000000000" pitchFamily="2" charset="0"/>
              </a:rPr>
              <a:t> Organizations can discover otherwise hidden opportunities, emerging trends, and market gaps by analyzing large datasets, letting them acquire new revenue streams.</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Operational efficiency.</a:t>
            </a:r>
            <a:r>
              <a:rPr lang="en-US" b="0" i="0" dirty="0">
                <a:solidFill>
                  <a:srgbClr val="666666"/>
                </a:solidFill>
                <a:effectLst/>
                <a:latin typeface="Roboto" panose="02000000000000000000" pitchFamily="2" charset="0"/>
              </a:rPr>
              <a:t> Businesses can use data analytics to optimize processes and workflows, identifying inefficiencies, bottlenecks, and areas for improvement.</a:t>
            </a:r>
          </a:p>
          <a:p>
            <a:endParaRPr lang="en-US" dirty="0"/>
          </a:p>
          <a:p>
            <a:endParaRPr lang="en-US" dirty="0"/>
          </a:p>
        </p:txBody>
      </p:sp>
      <p:sp>
        <p:nvSpPr>
          <p:cNvPr id="3" name="Footer Placeholder 2">
            <a:extLst>
              <a:ext uri="{FF2B5EF4-FFF2-40B4-BE49-F238E27FC236}">
                <a16:creationId xmlns:a16="http://schemas.microsoft.com/office/drawing/2014/main" id="{92F99439-1EDB-4E13-5595-B32899617DF1}"/>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19451A59-0D86-B758-5926-53062622A5E7}"/>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7</a:t>
            </a:fld>
            <a:endParaRPr lang="en-US" dirty="0"/>
          </a:p>
        </p:txBody>
      </p:sp>
    </p:spTree>
    <p:extLst>
      <p:ext uri="{BB962C8B-B14F-4D97-AF65-F5344CB8AC3E}">
        <p14:creationId xmlns:p14="http://schemas.microsoft.com/office/powerpoint/2010/main" val="1117481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246B-8AB7-A0C9-C6DD-5D9F49D5BC37}"/>
              </a:ext>
            </a:extLst>
          </p:cNvPr>
          <p:cNvSpPr>
            <a:spLocks noGrp="1"/>
          </p:cNvSpPr>
          <p:nvPr>
            <p:ph type="title"/>
          </p:nvPr>
        </p:nvSpPr>
        <p:spPr>
          <a:xfrm>
            <a:off x="932688" y="228600"/>
            <a:ext cx="9528048" cy="1600200"/>
          </a:xfrm>
        </p:spPr>
        <p:txBody>
          <a:bodyPr/>
          <a:lstStyle/>
          <a:p>
            <a:pPr algn="l" fontAlgn="base"/>
            <a:r>
              <a:rPr lang="en-US" b="0" i="0" dirty="0">
                <a:effectLst/>
                <a:latin typeface="Roboto" panose="02000000000000000000" pitchFamily="2" charset="0"/>
              </a:rPr>
              <a:t>Data Analytics Improve Business Management?</a:t>
            </a:r>
          </a:p>
        </p:txBody>
      </p:sp>
      <p:sp>
        <p:nvSpPr>
          <p:cNvPr id="5" name="Content Placeholder 4">
            <a:extLst>
              <a:ext uri="{FF2B5EF4-FFF2-40B4-BE49-F238E27FC236}">
                <a16:creationId xmlns:a16="http://schemas.microsoft.com/office/drawing/2014/main" id="{B20DCAFD-6C4D-D08A-CF94-0DA099CE4B5A}"/>
              </a:ext>
            </a:extLst>
          </p:cNvPr>
          <p:cNvSpPr>
            <a:spLocks noGrp="1"/>
          </p:cNvSpPr>
          <p:nvPr>
            <p:ph sz="quarter" idx="12"/>
          </p:nvPr>
        </p:nvSpPr>
        <p:spPr>
          <a:xfrm>
            <a:off x="824533" y="2137336"/>
            <a:ext cx="10728370" cy="4219014"/>
          </a:xfrm>
        </p:spPr>
        <p:txBody>
          <a:bodyPr>
            <a:normAutofit fontScale="92500" lnSpcReduction="20000"/>
          </a:bodyPr>
          <a:lstStyle/>
          <a:p>
            <a:pPr algn="l" fontAlgn="base">
              <a:buFont typeface="Arial" panose="020B0604020202020204" pitchFamily="34" charset="0"/>
              <a:buChar char="•"/>
            </a:pPr>
            <a:r>
              <a:rPr lang="en-US" b="1" i="0" dirty="0">
                <a:solidFill>
                  <a:srgbClr val="666666"/>
                </a:solidFill>
                <a:effectLst/>
                <a:latin typeface="Roboto" panose="02000000000000000000" pitchFamily="2" charset="0"/>
              </a:rPr>
              <a:t>Performance tracking.</a:t>
            </a:r>
            <a:r>
              <a:rPr lang="en-US" b="0" i="0" dirty="0">
                <a:solidFill>
                  <a:srgbClr val="666666"/>
                </a:solidFill>
                <a:effectLst/>
                <a:latin typeface="Roboto" panose="02000000000000000000" pitchFamily="2" charset="0"/>
              </a:rPr>
              <a:t> Businesses can monitor their key performance indicators (KPIs) via data analytics, letting them measure success, identify improvement areas, and adapt strategies as necessary.</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Personalized marketing.</a:t>
            </a:r>
            <a:r>
              <a:rPr lang="en-US" b="0" i="0" dirty="0">
                <a:solidFill>
                  <a:srgbClr val="666666"/>
                </a:solidFill>
                <a:effectLst/>
                <a:latin typeface="Roboto" panose="02000000000000000000" pitchFamily="2" charset="0"/>
              </a:rPr>
              <a:t> A company can develop customized marketing campaigns that jibe with individual preferences by analyzing customer data, leading to higher engagement and conversion rates.</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Predictive insights</a:t>
            </a:r>
            <a:r>
              <a:rPr lang="en-US" b="0" i="0" dirty="0">
                <a:solidFill>
                  <a:srgbClr val="666666"/>
                </a:solidFill>
                <a:effectLst/>
                <a:latin typeface="Roboto" panose="02000000000000000000" pitchFamily="2" charset="0"/>
              </a:rPr>
              <a:t>. Data analytics lets businesses predict future trends and outcomes, which can improve long-term planning and strategy development.</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Resource allocation. </a:t>
            </a:r>
            <a:r>
              <a:rPr lang="en-US" b="0" i="0" dirty="0">
                <a:solidFill>
                  <a:srgbClr val="666666"/>
                </a:solidFill>
                <a:effectLst/>
                <a:latin typeface="Roboto" panose="02000000000000000000" pitchFamily="2" charset="0"/>
              </a:rPr>
              <a:t>Businesses can use data to assign resources more effectively, understanding which initiatives yield the best returns, thus ensuring optimal resource utilization.</a:t>
            </a:r>
          </a:p>
          <a:p>
            <a:pPr algn="l" fontAlgn="base">
              <a:buFont typeface="Arial" panose="020B0604020202020204" pitchFamily="34" charset="0"/>
              <a:buChar char="•"/>
            </a:pPr>
            <a:r>
              <a:rPr lang="en-US" b="1" i="0" dirty="0">
                <a:solidFill>
                  <a:srgbClr val="666666"/>
                </a:solidFill>
                <a:effectLst/>
                <a:latin typeface="Roboto" panose="02000000000000000000" pitchFamily="2" charset="0"/>
              </a:rPr>
              <a:t>Risk management.</a:t>
            </a:r>
            <a:r>
              <a:rPr lang="en-US" b="0" i="0" dirty="0">
                <a:solidFill>
                  <a:srgbClr val="666666"/>
                </a:solidFill>
                <a:effectLst/>
                <a:latin typeface="Roboto" panose="02000000000000000000" pitchFamily="2" charset="0"/>
              </a:rPr>
              <a:t> Data analytics helps identify risks and vulnerabilities by analyzing historical data, allowing organizations to introduce proactive risk mitigation strategies.</a:t>
            </a:r>
          </a:p>
          <a:p>
            <a:endParaRPr lang="en-US" dirty="0"/>
          </a:p>
        </p:txBody>
      </p:sp>
      <p:sp>
        <p:nvSpPr>
          <p:cNvPr id="3" name="Footer Placeholder 2">
            <a:extLst>
              <a:ext uri="{FF2B5EF4-FFF2-40B4-BE49-F238E27FC236}">
                <a16:creationId xmlns:a16="http://schemas.microsoft.com/office/drawing/2014/main" id="{92F99439-1EDB-4E13-5595-B32899617DF1}"/>
              </a:ext>
            </a:extLst>
          </p:cNvPr>
          <p:cNvSpPr>
            <a:spLocks noGrp="1"/>
          </p:cNvSpPr>
          <p:nvPr>
            <p:ph type="ftr" sz="quarter" idx="10"/>
          </p:nvPr>
        </p:nvSpPr>
        <p:spPr>
          <a:xfrm>
            <a:off x="932688" y="6356350"/>
            <a:ext cx="4114800" cy="365125"/>
          </a:xfrm>
        </p:spPr>
        <p:txBody>
          <a:bodyPr/>
          <a:lstStyle/>
          <a:p>
            <a:r>
              <a:rPr lang="en-US" dirty="0"/>
              <a:t>Presentation title</a:t>
            </a:r>
          </a:p>
        </p:txBody>
      </p:sp>
      <p:sp>
        <p:nvSpPr>
          <p:cNvPr id="4" name="Slide Number Placeholder 3">
            <a:extLst>
              <a:ext uri="{FF2B5EF4-FFF2-40B4-BE49-F238E27FC236}">
                <a16:creationId xmlns:a16="http://schemas.microsoft.com/office/drawing/2014/main" id="{19451A59-0D86-B758-5926-53062622A5E7}"/>
              </a:ext>
            </a:extLst>
          </p:cNvPr>
          <p:cNvSpPr>
            <a:spLocks noGrp="1"/>
          </p:cNvSpPr>
          <p:nvPr>
            <p:ph type="sldNum" sz="quarter" idx="11"/>
          </p:nvPr>
        </p:nvSpPr>
        <p:spPr>
          <a:xfrm>
            <a:off x="10635996" y="6356350"/>
            <a:ext cx="784860" cy="365125"/>
          </a:xfrm>
        </p:spPr>
        <p:txBody>
          <a:bodyPr/>
          <a:lstStyle/>
          <a:p>
            <a:fld id="{294A09A9-5501-47C1-A89A-A340965A2BE2}" type="slidenum">
              <a:rPr lang="en-US" smtClean="0"/>
              <a:pPr/>
              <a:t>8</a:t>
            </a:fld>
            <a:endParaRPr lang="en-US" dirty="0"/>
          </a:p>
        </p:txBody>
      </p:sp>
    </p:spTree>
    <p:extLst>
      <p:ext uri="{BB962C8B-B14F-4D97-AF65-F5344CB8AC3E}">
        <p14:creationId xmlns:p14="http://schemas.microsoft.com/office/powerpoint/2010/main" val="139767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E0DBD-0B2D-6832-A30D-1A7031851988}"/>
              </a:ext>
            </a:extLst>
          </p:cNvPr>
          <p:cNvSpPr>
            <a:spLocks noGrp="1"/>
          </p:cNvSpPr>
          <p:nvPr>
            <p:ph type="title"/>
          </p:nvPr>
        </p:nvSpPr>
        <p:spPr/>
        <p:txBody>
          <a:bodyPr/>
          <a:lstStyle/>
          <a:p>
            <a:r>
              <a:rPr lang="en-US" dirty="0">
                <a:solidFill>
                  <a:schemeClr val="bg1"/>
                </a:solidFill>
              </a:rPr>
              <a:t>Speaking engagement metrics</a:t>
            </a:r>
            <a:endParaRPr lang="en-US" dirty="0"/>
          </a:p>
        </p:txBody>
      </p:sp>
      <p:sp>
        <p:nvSpPr>
          <p:cNvPr id="3" name="Footer Placeholder 2">
            <a:extLst>
              <a:ext uri="{FF2B5EF4-FFF2-40B4-BE49-F238E27FC236}">
                <a16:creationId xmlns:a16="http://schemas.microsoft.com/office/drawing/2014/main" id="{655A5A04-AC5B-B4F0-7404-47D8B3C743A5}"/>
              </a:ext>
            </a:extLst>
          </p:cNvPr>
          <p:cNvSpPr>
            <a:spLocks noGrp="1"/>
          </p:cNvSpPr>
          <p:nvPr>
            <p:ph type="ftr" sz="quarter" idx="10"/>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E5F5138A-B125-D716-1DF1-A12D0FBDFA08}"/>
              </a:ext>
            </a:extLst>
          </p:cNvPr>
          <p:cNvSpPr>
            <a:spLocks noGrp="1"/>
          </p:cNvSpPr>
          <p:nvPr>
            <p:ph type="sldNum" sz="quarter" idx="11"/>
          </p:nvPr>
        </p:nvSpPr>
        <p:spPr/>
        <p:txBody>
          <a:bodyPr/>
          <a:lstStyle/>
          <a:p>
            <a:fld id="{294A09A9-5501-47C1-A89A-A340965A2BE2}" type="slidenum">
              <a:rPr lang="en-US" smtClean="0"/>
              <a:pPr/>
              <a:t>9</a:t>
            </a:fld>
            <a:endParaRPr lang="en-US" dirty="0"/>
          </a:p>
        </p:txBody>
      </p:sp>
      <p:pic>
        <p:nvPicPr>
          <p:cNvPr id="8" name="Content Placeholder 7">
            <a:extLst>
              <a:ext uri="{FF2B5EF4-FFF2-40B4-BE49-F238E27FC236}">
                <a16:creationId xmlns:a16="http://schemas.microsoft.com/office/drawing/2014/main" id="{3C2839C1-6126-95F2-B313-49927FB828E2}"/>
              </a:ext>
            </a:extLst>
          </p:cNvPr>
          <p:cNvPicPr>
            <a:picLocks noGrp="1" noChangeAspect="1"/>
          </p:cNvPicPr>
          <p:nvPr>
            <p:ph sz="quarter" idx="13"/>
          </p:nvPr>
        </p:nvPicPr>
        <p:blipFill>
          <a:blip r:embed="rId2"/>
          <a:stretch>
            <a:fillRect/>
          </a:stretch>
        </p:blipFill>
        <p:spPr>
          <a:xfrm>
            <a:off x="1307100" y="2770188"/>
            <a:ext cx="9528048" cy="3392487"/>
          </a:xfrm>
          <a:prstGeom prst="rect">
            <a:avLst/>
          </a:prstGeom>
        </p:spPr>
      </p:pic>
    </p:spTree>
    <p:extLst>
      <p:ext uri="{BB962C8B-B14F-4D97-AF65-F5344CB8AC3E}">
        <p14:creationId xmlns:p14="http://schemas.microsoft.com/office/powerpoint/2010/main" val="3316775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descr="A bouquet of flowers">
            <a:extLst>
              <a:ext uri="{FF2B5EF4-FFF2-40B4-BE49-F238E27FC236}">
                <a16:creationId xmlns:a16="http://schemas.microsoft.com/office/drawing/2014/main" id="{8AB2ECDC-2C97-9031-6EF9-11EF690976ED}"/>
              </a:ext>
            </a:extLst>
          </p:cNvPr>
          <p:cNvPicPr>
            <a:picLocks noGrp="1" noChangeAspect="1"/>
          </p:cNvPicPr>
          <p:nvPr>
            <p:ph type="pic" sz="quarter" idx="10"/>
          </p:nvPr>
        </p:nvPicPr>
        <p:blipFill>
          <a:blip r:embed="rId2"/>
          <a:srcRect/>
          <a:stretch/>
        </p:blipFill>
        <p:spPr>
          <a:xfrm>
            <a:off x="0" y="0"/>
            <a:ext cx="12192000" cy="6858000"/>
          </a:xfrm>
        </p:spPr>
      </p:pic>
      <p:sp>
        <p:nvSpPr>
          <p:cNvPr id="3" name="Title 2">
            <a:extLst>
              <a:ext uri="{FF2B5EF4-FFF2-40B4-BE49-F238E27FC236}">
                <a16:creationId xmlns:a16="http://schemas.microsoft.com/office/drawing/2014/main" id="{1697D649-277C-A20F-F588-7EA2B85B1299}"/>
              </a:ext>
            </a:extLst>
          </p:cNvPr>
          <p:cNvSpPr>
            <a:spLocks noGrp="1"/>
          </p:cNvSpPr>
          <p:nvPr>
            <p:ph type="ctrTitle"/>
          </p:nvPr>
        </p:nvSpPr>
        <p:spPr>
          <a:xfrm>
            <a:off x="1627632" y="822960"/>
            <a:ext cx="6327648" cy="2221992"/>
          </a:xfrm>
        </p:spPr>
        <p:txBody>
          <a:bodyPr/>
          <a:lstStyle/>
          <a:p>
            <a:r>
              <a:rPr lang="en-US" dirty="0"/>
              <a:t>Thank you</a:t>
            </a:r>
          </a:p>
        </p:txBody>
      </p:sp>
      <p:sp>
        <p:nvSpPr>
          <p:cNvPr id="15" name="Subtitle 14">
            <a:extLst>
              <a:ext uri="{FF2B5EF4-FFF2-40B4-BE49-F238E27FC236}">
                <a16:creationId xmlns:a16="http://schemas.microsoft.com/office/drawing/2014/main" id="{6EF8E06F-4153-981B-474D-3D483B6F4F84}"/>
              </a:ext>
            </a:extLst>
          </p:cNvPr>
          <p:cNvSpPr>
            <a:spLocks noGrp="1"/>
          </p:cNvSpPr>
          <p:nvPr>
            <p:ph type="subTitle" idx="1"/>
          </p:nvPr>
        </p:nvSpPr>
        <p:spPr>
          <a:xfrm>
            <a:off x="1627632" y="3428999"/>
            <a:ext cx="6309360" cy="1703439"/>
          </a:xfrm>
        </p:spPr>
        <p:txBody>
          <a:bodyPr>
            <a:normAutofit/>
          </a:bodyPr>
          <a:lstStyle/>
          <a:p>
            <a:r>
              <a:rPr lang="en-US" dirty="0"/>
              <a:t>MADHURI RAO</a:t>
            </a:r>
          </a:p>
          <a:p>
            <a:r>
              <a:rPr lang="en-US" dirty="0"/>
              <a:t>EDIFYBYMADHURIRAO</a:t>
            </a:r>
          </a:p>
        </p:txBody>
      </p:sp>
      <p:cxnSp>
        <p:nvCxnSpPr>
          <p:cNvPr id="25" name="Straight Connector 24">
            <a:extLst>
              <a:ext uri="{FF2B5EF4-FFF2-40B4-BE49-F238E27FC236}">
                <a16:creationId xmlns:a16="http://schemas.microsoft.com/office/drawing/2014/main" id="{DE502E84-5063-F43E-AC45-9F5CEAA69246}"/>
              </a:ext>
              <a:ext uri="{C183D7F6-B498-43B3-948B-1728B52AA6E4}">
                <adec:decorative xmlns:adec="http://schemas.microsoft.com/office/drawing/2017/decorative" val="1"/>
              </a:ext>
            </a:extLst>
          </p:cNvPr>
          <p:cNvCxnSpPr>
            <a:cxnSpLocks/>
          </p:cNvCxnSpPr>
          <p:nvPr/>
        </p:nvCxnSpPr>
        <p:spPr>
          <a:xfrm>
            <a:off x="1701285" y="3209689"/>
            <a:ext cx="362454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DE43C393-A639-F47D-D8A8-BAF189C58382}"/>
              </a:ext>
              <a:ext uri="{C183D7F6-B498-43B3-948B-1728B52AA6E4}">
                <adec:decorative xmlns:adec="http://schemas.microsoft.com/office/drawing/2017/decorative" val="1"/>
              </a:ext>
            </a:extLst>
          </p:cNvPr>
          <p:cNvPicPr>
            <a:picLocks noChangeAspect="1"/>
          </p:cNvPicPr>
          <p:nvPr/>
        </p:nvPicPr>
        <p:blipFill>
          <a:blip r:embed="rId3" cstate="screen">
            <a:extLst>
              <a:ext uri="{BEBA8EAE-BF5A-486C-A8C5-ECC9F3942E4B}">
                <a14:imgProps xmlns:a14="http://schemas.microsoft.com/office/drawing/2010/main">
                  <a14:imgLayer r:embed="rId4">
                    <a14:imgEffect>
                      <a14:saturation sat="35000"/>
                    </a14:imgEffect>
                  </a14:imgLayer>
                </a14:imgProps>
              </a:ext>
              <a:ext uri="{28A0092B-C50C-407E-A947-70E740481C1C}">
                <a14:useLocalDpi xmlns:a14="http://schemas.microsoft.com/office/drawing/2010/main"/>
              </a:ext>
            </a:extLst>
          </a:blip>
          <a:stretch>
            <a:fillRect/>
          </a:stretch>
        </p:blipFill>
        <p:spPr>
          <a:xfrm>
            <a:off x="4839787" y="3066998"/>
            <a:ext cx="972078" cy="285381"/>
          </a:xfrm>
          <a:prstGeom prst="rect">
            <a:avLst/>
          </a:prstGeom>
        </p:spPr>
      </p:pic>
    </p:spTree>
    <p:extLst>
      <p:ext uri="{BB962C8B-B14F-4D97-AF65-F5344CB8AC3E}">
        <p14:creationId xmlns:p14="http://schemas.microsoft.com/office/powerpoint/2010/main" val="438040838"/>
      </p:ext>
    </p:extLst>
  </p:cSld>
  <p:clrMapOvr>
    <a:masterClrMapping/>
  </p:clrMapOvr>
</p:sld>
</file>

<file path=ppt/theme/theme1.xml><?xml version="1.0" encoding="utf-8"?>
<a:theme xmlns:a="http://schemas.openxmlformats.org/drawingml/2006/main" name="Custom">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 flourish_win32_CP_v3" id="{3BF332BF-22B8-49D8-950E-E9BBBBF59833}" vid="{E4E7F1DC-3AF4-489F-A450-0CED11A8EB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84BFC8-02DA-464F-AE97-4951BE47415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915FD3-F777-4046-A12C-BE3860E324BC}">
  <ds:schemaRefs>
    <ds:schemaRef ds:uri="http://schemas.microsoft.com/sharepoint/v3/contenttype/forms"/>
  </ds:schemaRefs>
</ds:datastoreItem>
</file>

<file path=customXml/itemProps3.xml><?xml version="1.0" encoding="utf-8"?>
<ds:datastoreItem xmlns:ds="http://schemas.openxmlformats.org/officeDocument/2006/customXml" ds:itemID="{71E6BC5B-F32E-483D-A6CB-100D6BCB78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{AB3ACF48-6474-4FCC-9962-D86D61844310}tf56410444_win32</Template>
  <TotalTime>32</TotalTime>
  <Words>597</Words>
  <Application>Microsoft Office PowerPoint</Application>
  <PresentationFormat>Widescreen</PresentationFormat>
  <Paragraphs>54</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Baskerville Old Face</vt:lpstr>
      <vt:lpstr>Calibri</vt:lpstr>
      <vt:lpstr>Gill Sans Nova Light</vt:lpstr>
      <vt:lpstr>Roboto</vt:lpstr>
      <vt:lpstr>Times New Roman</vt:lpstr>
      <vt:lpstr>Custom</vt:lpstr>
      <vt:lpstr>DATA ANAYSIS</vt:lpstr>
      <vt:lpstr> Data Analytics in Business</vt:lpstr>
      <vt:lpstr>Dynamic delivery</vt:lpstr>
      <vt:lpstr>How Do You  Conduct Business  Analytics</vt:lpstr>
      <vt:lpstr>The Four Types of Data Analytics</vt:lpstr>
      <vt:lpstr>Advantages of Data Analytics in Business</vt:lpstr>
      <vt:lpstr>Data Analytics Improve Business Management?</vt:lpstr>
      <vt:lpstr>Data Analytics Improve Business Management?</vt:lpstr>
      <vt:lpstr>Speaking engagement metrics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VASANT RAO</dc:creator>
  <cp:lastModifiedBy>Madhuri  V Y</cp:lastModifiedBy>
  <cp:revision>10</cp:revision>
  <dcterms:created xsi:type="dcterms:W3CDTF">2024-09-27T17:59:44Z</dcterms:created>
  <dcterms:modified xsi:type="dcterms:W3CDTF">2025-11-12T10:15:19Z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